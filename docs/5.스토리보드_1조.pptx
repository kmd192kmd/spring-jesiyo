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i8QUyc4AAgM2M3WskumNbHws6L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abb2bcb99_0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abb2bcb99_0_15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abb2bcb99_0_1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abb2bcb99_0_15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abb2bcb99_0_1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abb2bcb99_0_15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abb2bcb99_0_1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abb2bcb99_0_16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abb2bcb99_0_1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dabb2bcb99_0_16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abb2bcb99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dabb2bcb99_0_17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abb2bcb99_0_1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dabb2bcb99_0_17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abb2bcb99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dabb2bcb99_0_17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abb2bcb99_0_1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dabb2bcb99_0_18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abb2bcb99_0_1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dabb2bcb99_0_18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abb2bcb99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dabb2bcb99_0_18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abb2bcb99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dabb2bcb99_0_19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dabb2bcb99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dabb2bcb99_0_19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abb2bcb99_0_1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dabb2bcb99_0_19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abb2bcb99_0_2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dabb2bcb99_0_20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dabb2bcb99_0_2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dabb2bcb99_0_20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dabb2bcb99_0_2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dabb2bcb99_0_20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dabb2bcb99_0_2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dabb2bcb99_0_2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dabb2bcb99_0_2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g3dabb2bcb99_0_2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dabb2bcb99_0_2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dabb2bcb99_0_2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dabb2bcb99_0_2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g3dabb2bcb99_0_2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dabb2bcb99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g3dabb2bcb99_0_1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dabb2bcb99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g3dabb2bcb99_0_1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dabb2bcb99_0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g3dabb2bcb99_0_1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dabb2bcb99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g3dabb2bcb99_0_1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dabb2bcb99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g3dabb2bcb99_0_1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dabb2bcb99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3dabb2bcb99_0_1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dabb2bcb99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dabb2bcb99_0_13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dabb2bcb99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g3dabb2bcb99_0_13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dabb2bcb99_0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g3dabb2bcb99_0_13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dabb2bcb99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g3dabb2bcb99_0_14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dabb2bcb99_0_1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g3dabb2bcb99_0_1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3dabb2bcb99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4" name="Google Shape;1224;g3dabb2bcb99_0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dabb2bcb9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0" name="Google Shape;1260;g3dabb2bcb99_0_3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dabb2bcb99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7" name="Google Shape;1287;g3dabb2bcb99_0_4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dabb2bcb99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7" name="Google Shape;1317;g3dabb2bcb99_0_4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3dabb2bcb99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3" name="Google Shape;1343;g3dabb2bcb99_0_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3dabb2bcb99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9" name="Google Shape;1389;g3dabb2bcb99_0_5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dabb2bcb99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3" name="Google Shape;1433;g3dabb2bcb99_0_5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dabb2bcb99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7" name="Google Shape;1477;g3dabb2bcb99_0_6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9772f760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9" name="Google Shape;1519;g39772f7609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39772f7609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5" name="Google Shape;1565;g39772f76092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39772f7609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3" name="Google Shape;1603;g39772f76092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39772f7609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5" name="Google Shape;1635;g39772f76092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39772f7609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4" name="Google Shape;1664;g39772f76092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3e019b5aee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1" name="Google Shape;1691;g3e019b5aee4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3e019b5aee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2" name="Google Shape;1732;g3e019b5aee4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3e019b5aee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5" name="Google Shape;1775;g3e019b5aee4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3e019b5aee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5" name="Google Shape;1815;g3e019b5aee4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3e019b5aee4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7" name="Google Shape;1847;g3e019b5aee4_0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abb2bcb99_0_147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dabb2bcb99_0_147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g3dabb2bcb99_0_147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dabb2bcb99_0_147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dabb2bcb99_0_14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bb2bcb99_0_147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dabb2bcb99_0_147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g3dabb2bcb99_0_147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dabb2bcb99_0_147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dabb2bcb99_0_14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abb2bcb99_0_148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dabb2bcb99_0_148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g3dabb2bcb99_0_148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dabb2bcb99_0_148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dabb2bcb99_0_14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abb2bcb99_0_149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dabb2bcb99_0_149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g3dabb2bcb99_0_149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g3dabb2bcb99_0_149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dabb2bcb99_0_149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dabb2bcb99_0_149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abb2bcb99_0_149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dabb2bcb99_0_149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g3dabb2bcb99_0_1498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3dabb2bcb99_0_149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g3dabb2bcb99_0_1498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3dabb2bcb99_0_149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dabb2bcb99_0_149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dabb2bcb99_0_14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bb2bcb99_0_150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dabb2bcb99_0_15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dabb2bcb99_0_15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dabb2bcb99_0_15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abb2bcb99_0_15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dabb2bcb99_0_15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dabb2bcb99_0_15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abb2bcb99_0_151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dabb2bcb99_0_1516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dabb2bcb99_0_1516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g3dabb2bcb99_0_15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dabb2bcb99_0_15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dabb2bcb99_0_15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abb2bcb99_0_152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dabb2bcb99_0_152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dabb2bcb99_0_152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g3dabb2bcb99_0_15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dabb2bcb99_0_15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dabb2bcb99_0_15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abb2bcb99_0_15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dabb2bcb99_0_1530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dabb2bcb99_0_15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dabb2bcb99_0_15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dabb2bcb99_0_15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abb2bcb99_0_1536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dabb2bcb99_0_1536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dabb2bcb99_0_153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dabb2bcb99_0_153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dabb2bcb99_0_15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bb2bcb99_0_14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3dabb2bcb99_0_14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3" name="Google Shape;83;g3dabb2bcb99_0_14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4" name="Google Shape;84;g3dabb2bcb99_0_14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5" name="Google Shape;85;g3dabb2bcb99_0_14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abb2bcb99_0_1542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g3dabb2bcb99_0_1542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1" name="Google Shape;161;g3dabb2bcb99_0_1542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62" name="Google Shape;162;g3dabb2bcb99_0_1542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예시용 폼 화면</a:t>
              </a:r>
              <a:endParaRPr/>
            </a:p>
          </p:txBody>
        </p:sp>
        <p:sp>
          <p:nvSpPr>
            <p:cNvPr id="163" name="Google Shape;163;g3dabb2bcb99_0_1542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예시용 폼 화면</a:t>
              </a:r>
              <a:endParaRPr/>
            </a:p>
          </p:txBody>
        </p:sp>
        <p:sp>
          <p:nvSpPr>
            <p:cNvPr id="164" name="Google Shape;164;g3dabb2bcb99_0_1542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EXAM-01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65" name="Google Shape;165;g3dabb2bcb99_0_1542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g3dabb2bcb99_0_1542"/>
          <p:cNvSpPr txBox="1"/>
          <p:nvPr/>
        </p:nvSpPr>
        <p:spPr>
          <a:xfrm>
            <a:off x="8648699" y="0"/>
            <a:ext cx="35433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input창 작은 것 예시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input창 큰 것 예시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클릭시 예시 상세 화면으로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g3dabb2bcb99_0_1542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g3dabb2bcb99_0_1542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g3dabb2bcb99_0_1542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g3dabb2bcb99_0_1542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g3dabb2bcb99_0_1542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g3dabb2bcb99_0_1542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g3dabb2bcb99_0_1542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g3dabb2bcb99_0_1542"/>
          <p:cNvSpPr/>
          <p:nvPr/>
        </p:nvSpPr>
        <p:spPr>
          <a:xfrm>
            <a:off x="1362075" y="298132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g3dabb2bcb99_0_1542"/>
          <p:cNvSpPr/>
          <p:nvPr/>
        </p:nvSpPr>
        <p:spPr>
          <a:xfrm>
            <a:off x="1641475" y="3332480"/>
            <a:ext cx="1046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라벨</a:t>
            </a:r>
            <a:endParaRPr/>
          </a:p>
        </p:txBody>
      </p:sp>
      <p:sp>
        <p:nvSpPr>
          <p:cNvPr id="176" name="Google Shape;176;g3dabb2bcb99_0_1542"/>
          <p:cNvSpPr/>
          <p:nvPr/>
        </p:nvSpPr>
        <p:spPr>
          <a:xfrm>
            <a:off x="3119755" y="3332480"/>
            <a:ext cx="4170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입력창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g3dabb2bcb99_0_1542"/>
          <p:cNvSpPr/>
          <p:nvPr/>
        </p:nvSpPr>
        <p:spPr>
          <a:xfrm>
            <a:off x="1641475" y="4002385"/>
            <a:ext cx="1046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라벨</a:t>
            </a:r>
            <a:endParaRPr/>
          </a:p>
        </p:txBody>
      </p:sp>
      <p:sp>
        <p:nvSpPr>
          <p:cNvPr id="178" name="Google Shape;178;g3dabb2bcb99_0_1542"/>
          <p:cNvSpPr/>
          <p:nvPr/>
        </p:nvSpPr>
        <p:spPr>
          <a:xfrm>
            <a:off x="1641475" y="4612302"/>
            <a:ext cx="5649000" cy="833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입력창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9" name="Google Shape;179;g3dabb2bcb99_0_1542"/>
          <p:cNvGrpSpPr/>
          <p:nvPr/>
        </p:nvGrpSpPr>
        <p:grpSpPr>
          <a:xfrm>
            <a:off x="5897245" y="5943282"/>
            <a:ext cx="1579940" cy="335400"/>
            <a:chOff x="5842000" y="5943600"/>
            <a:chExt cx="1579940" cy="335400"/>
          </a:xfrm>
        </p:grpSpPr>
        <p:sp>
          <p:nvSpPr>
            <p:cNvPr id="180" name="Google Shape;180;g3dabb2bcb99_0_1542"/>
            <p:cNvSpPr/>
            <p:nvPr/>
          </p:nvSpPr>
          <p:spPr>
            <a:xfrm>
              <a:off x="5842000" y="59436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/>
            </a:p>
          </p:txBody>
        </p:sp>
        <p:sp>
          <p:nvSpPr>
            <p:cNvPr id="181" name="Google Shape;181;g3dabb2bcb99_0_1542"/>
            <p:cNvSpPr/>
            <p:nvPr/>
          </p:nvSpPr>
          <p:spPr>
            <a:xfrm>
              <a:off x="6720840" y="59436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</a:t>
              </a:r>
              <a:endParaRPr/>
            </a:p>
          </p:txBody>
        </p:sp>
      </p:grpSp>
      <p:sp>
        <p:nvSpPr>
          <p:cNvPr id="182" name="Google Shape;182;g3dabb2bcb99_0_1542"/>
          <p:cNvSpPr txBox="1"/>
          <p:nvPr/>
        </p:nvSpPr>
        <p:spPr>
          <a:xfrm>
            <a:off x="2239010" y="1886922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폼 제목</a:t>
            </a:r>
            <a:endParaRPr/>
          </a:p>
        </p:txBody>
      </p:sp>
      <p:sp>
        <p:nvSpPr>
          <p:cNvPr id="183" name="Google Shape;183;g3dabb2bcb99_0_1542"/>
          <p:cNvSpPr txBox="1"/>
          <p:nvPr/>
        </p:nvSpPr>
        <p:spPr>
          <a:xfrm>
            <a:off x="2239009" y="2414915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폼 설명</a:t>
            </a:r>
            <a:endParaRPr/>
          </a:p>
        </p:txBody>
      </p:sp>
      <p:sp>
        <p:nvSpPr>
          <p:cNvPr id="184" name="Google Shape;184;g3dabb2bcb99_0_1542"/>
          <p:cNvSpPr/>
          <p:nvPr/>
        </p:nvSpPr>
        <p:spPr>
          <a:xfrm>
            <a:off x="1362074" y="31195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g3dabb2bcb99_0_1542"/>
          <p:cNvSpPr/>
          <p:nvPr/>
        </p:nvSpPr>
        <p:spPr>
          <a:xfrm>
            <a:off x="1362074" y="383595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3dabb2bcb99_0_1542"/>
          <p:cNvSpPr/>
          <p:nvPr/>
        </p:nvSpPr>
        <p:spPr>
          <a:xfrm>
            <a:off x="6598285" y="569916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abb2bcb99_0_1573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g3dabb2bcb99_0_1573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93" name="Google Shape;193;g3dabb2bcb99_0_1573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94" name="Google Shape;194;g3dabb2bcb99_0_1573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예시용 목록 화면</a:t>
              </a:r>
              <a:endParaRPr/>
            </a:p>
          </p:txBody>
        </p:sp>
        <p:sp>
          <p:nvSpPr>
            <p:cNvPr id="195" name="Google Shape;195;g3dabb2bcb99_0_1573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예시용 목록 화면</a:t>
              </a:r>
              <a:endParaRPr/>
            </a:p>
          </p:txBody>
        </p:sp>
        <p:sp>
          <p:nvSpPr>
            <p:cNvPr id="196" name="Google Shape;196;g3dabb2bcb99_0_1573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EXAM-02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97" name="Google Shape;197;g3dabb2bcb99_0_1573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g3dabb2bcb99_0_1573"/>
          <p:cNvSpPr txBox="1"/>
          <p:nvPr/>
        </p:nvSpPr>
        <p:spPr>
          <a:xfrm>
            <a:off x="8648699" y="0"/>
            <a:ext cx="35433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클릭시 메인으로 이동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행별로 이름/나이/성별 표시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행 클릭시 해당하는 상세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g3dabb2bcb99_0_1573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g3dabb2bcb99_0_1573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g3dabb2bcb99_0_1573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g3dabb2bcb99_0_1573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g3dabb2bcb99_0_1573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g3dabb2bcb99_0_1573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g3dabb2bcb99_0_1573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g3dabb2bcb99_0_1573"/>
          <p:cNvSpPr/>
          <p:nvPr/>
        </p:nvSpPr>
        <p:spPr>
          <a:xfrm>
            <a:off x="1362075" y="347415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g3dabb2bcb99_0_1573"/>
          <p:cNvSpPr/>
          <p:nvPr/>
        </p:nvSpPr>
        <p:spPr>
          <a:xfrm>
            <a:off x="1545591" y="3631764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개별 행</a:t>
            </a:r>
            <a:endParaRPr/>
          </a:p>
        </p:txBody>
      </p:sp>
      <p:sp>
        <p:nvSpPr>
          <p:cNvPr id="208" name="Google Shape;208;g3dabb2bcb99_0_1573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 제목</a:t>
            </a:r>
            <a:endParaRPr/>
          </a:p>
        </p:txBody>
      </p:sp>
      <p:sp>
        <p:nvSpPr>
          <p:cNvPr id="209" name="Google Shape;209;g3dabb2bcb99_0_1573"/>
          <p:cNvSpPr txBox="1"/>
          <p:nvPr/>
        </p:nvSpPr>
        <p:spPr>
          <a:xfrm>
            <a:off x="1362073" y="2411598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 설명</a:t>
            </a:r>
            <a:endParaRPr/>
          </a:p>
        </p:txBody>
      </p:sp>
      <p:sp>
        <p:nvSpPr>
          <p:cNvPr id="210" name="Google Shape;210;g3dabb2bcb99_0_1573"/>
          <p:cNvSpPr/>
          <p:nvPr/>
        </p:nvSpPr>
        <p:spPr>
          <a:xfrm>
            <a:off x="1362073" y="2936275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돌아가기</a:t>
            </a:r>
            <a:endParaRPr/>
          </a:p>
        </p:txBody>
      </p:sp>
      <p:sp>
        <p:nvSpPr>
          <p:cNvPr id="211" name="Google Shape;211;g3dabb2bcb99_0_1573"/>
          <p:cNvSpPr/>
          <p:nvPr/>
        </p:nvSpPr>
        <p:spPr>
          <a:xfrm>
            <a:off x="1545591" y="4216599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개별 행</a:t>
            </a:r>
            <a:endParaRPr/>
          </a:p>
        </p:txBody>
      </p:sp>
      <p:sp>
        <p:nvSpPr>
          <p:cNvPr id="212" name="Google Shape;212;g3dabb2bcb99_0_1573"/>
          <p:cNvSpPr/>
          <p:nvPr/>
        </p:nvSpPr>
        <p:spPr>
          <a:xfrm>
            <a:off x="1145541" y="270777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" name="Google Shape;213;g3dabb2bcb99_0_1573"/>
          <p:cNvSpPr/>
          <p:nvPr/>
        </p:nvSpPr>
        <p:spPr>
          <a:xfrm>
            <a:off x="3551556" y="36513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abb2bcb99_0_1599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g3dabb2bcb99_0_1599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20" name="Google Shape;220;g3dabb2bcb99_0_1599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221" name="Google Shape;221;g3dabb2bcb99_0_1599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네비게이션 바 (로그인 전)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2" name="Google Shape;222;g3dabb2bcb99_0_1599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화면 전반</a:t>
              </a:r>
              <a:endParaRPr/>
            </a:p>
          </p:txBody>
        </p:sp>
        <p:sp>
          <p:nvSpPr>
            <p:cNvPr id="223" name="Google Shape;223;g3dabb2bcb99_0_1599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nav-01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224" name="Google Shape;224;g3dabb2bcb99_0_1599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g3dabb2bcb99_0_1599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메인 화면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채팅방으로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중고 거래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경매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회원가입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로그인 페이지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g3dabb2bcb99_0_1599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g3dabb2bcb99_0_1599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g3dabb2bcb99_0_1599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g3dabb2bcb99_0_1599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g3dabb2bcb99_0_1599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g3dabb2bcb99_0_1599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g3dabb2bcb99_0_1599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g3dabb2bcb99_0_1599"/>
          <p:cNvSpPr/>
          <p:nvPr/>
        </p:nvSpPr>
        <p:spPr>
          <a:xfrm>
            <a:off x="190496" y="1615827"/>
            <a:ext cx="8458200" cy="491400"/>
          </a:xfrm>
          <a:prstGeom prst="rect">
            <a:avLst/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g3dabb2bcb99_0_1599"/>
          <p:cNvSpPr/>
          <p:nvPr/>
        </p:nvSpPr>
        <p:spPr>
          <a:xfrm>
            <a:off x="271146" y="1662701"/>
            <a:ext cx="6894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5" name="Google Shape;235;g3dabb2bcb99_0_1599"/>
          <p:cNvSpPr/>
          <p:nvPr/>
        </p:nvSpPr>
        <p:spPr>
          <a:xfrm>
            <a:off x="71119" y="148807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6" name="Google Shape;236;g3dabb2bcb99_0_1599"/>
          <p:cNvSpPr/>
          <p:nvPr/>
        </p:nvSpPr>
        <p:spPr>
          <a:xfrm>
            <a:off x="7583055" y="1662701"/>
            <a:ext cx="956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/>
          </a:p>
        </p:txBody>
      </p:sp>
      <p:grpSp>
        <p:nvGrpSpPr>
          <p:cNvPr id="237" name="Google Shape;237;g3dabb2bcb99_0_1599"/>
          <p:cNvGrpSpPr/>
          <p:nvPr/>
        </p:nvGrpSpPr>
        <p:grpSpPr>
          <a:xfrm>
            <a:off x="1424961" y="1662701"/>
            <a:ext cx="2973854" cy="416700"/>
            <a:chOff x="1271924" y="1662701"/>
            <a:chExt cx="2973854" cy="416700"/>
          </a:xfrm>
        </p:grpSpPr>
        <p:sp>
          <p:nvSpPr>
            <p:cNvPr id="238" name="Google Shape;238;g3dabb2bcb99_0_1599"/>
            <p:cNvSpPr/>
            <p:nvPr/>
          </p:nvSpPr>
          <p:spPr>
            <a:xfrm>
              <a:off x="1271924" y="1662701"/>
              <a:ext cx="8034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채팅방</a:t>
              </a:r>
              <a:endParaRPr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9" name="Google Shape;239;g3dabb2bcb99_0_1599"/>
            <p:cNvSpPr/>
            <p:nvPr/>
          </p:nvSpPr>
          <p:spPr>
            <a:xfrm>
              <a:off x="2301137" y="1662701"/>
              <a:ext cx="10296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중고 거래</a:t>
              </a:r>
              <a:endParaRPr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0" name="Google Shape;240;g3dabb2bcb99_0_1599"/>
            <p:cNvSpPr/>
            <p:nvPr/>
          </p:nvSpPr>
          <p:spPr>
            <a:xfrm>
              <a:off x="3556378" y="1662701"/>
              <a:ext cx="6894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경매</a:t>
              </a:r>
              <a:endParaRPr/>
            </a:p>
          </p:txBody>
        </p:sp>
      </p:grpSp>
      <p:sp>
        <p:nvSpPr>
          <p:cNvPr id="241" name="Google Shape;241;g3dabb2bcb99_0_1599"/>
          <p:cNvSpPr/>
          <p:nvPr/>
        </p:nvSpPr>
        <p:spPr>
          <a:xfrm>
            <a:off x="1232798" y="147090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g3dabb2bcb99_0_1599"/>
          <p:cNvSpPr/>
          <p:nvPr/>
        </p:nvSpPr>
        <p:spPr>
          <a:xfrm>
            <a:off x="2309347" y="146139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g3dabb2bcb99_0_1599"/>
          <p:cNvSpPr/>
          <p:nvPr/>
        </p:nvSpPr>
        <p:spPr>
          <a:xfrm>
            <a:off x="3551674" y="146139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g3dabb2bcb99_0_1599"/>
          <p:cNvSpPr/>
          <p:nvPr/>
        </p:nvSpPr>
        <p:spPr>
          <a:xfrm>
            <a:off x="7498141" y="146434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g3dabb2bcb99_0_1599"/>
          <p:cNvSpPr/>
          <p:nvPr/>
        </p:nvSpPr>
        <p:spPr>
          <a:xfrm>
            <a:off x="6336145" y="1662701"/>
            <a:ext cx="11871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/>
          </a:p>
        </p:txBody>
      </p:sp>
      <p:sp>
        <p:nvSpPr>
          <p:cNvPr id="246" name="Google Shape;246;g3dabb2bcb99_0_1599"/>
          <p:cNvSpPr/>
          <p:nvPr/>
        </p:nvSpPr>
        <p:spPr>
          <a:xfrm>
            <a:off x="6129444" y="143420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abb2bcb99_0_1631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g3dabb2bcb99_0_1631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53" name="Google Shape;253;g3dabb2bcb99_0_1631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254" name="Google Shape;254;g3dabb2bcb99_0_1631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네비게이션 바</a:t>
              </a:r>
              <a:endParaRPr/>
            </a:p>
          </p:txBody>
        </p:sp>
        <p:sp>
          <p:nvSpPr>
            <p:cNvPr id="255" name="Google Shape;255;g3dabb2bcb99_0_1631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화면 전반</a:t>
              </a:r>
              <a:endParaRPr/>
            </a:p>
          </p:txBody>
        </p:sp>
        <p:sp>
          <p:nvSpPr>
            <p:cNvPr id="256" name="Google Shape;256;g3dabb2bcb99_0_1631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nav-01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257" name="Google Shape;257;g3dabb2bcb99_0_1631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8" name="Google Shape;258;g3dabb2bcb99_0_1631"/>
          <p:cNvSpPr txBox="1"/>
          <p:nvPr/>
        </p:nvSpPr>
        <p:spPr>
          <a:xfrm>
            <a:off x="8648699" y="0"/>
            <a:ext cx="35433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메인 화면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각종 알림 출력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알림 내용 오버레이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사이트 화폐 출력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화폐 충전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마이페이지로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로그아웃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채팅방으로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중고 거래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경매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g3dabb2bcb99_0_1631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g3dabb2bcb99_0_1631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g3dabb2bcb99_0_1631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g3dabb2bcb99_0_1631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g3dabb2bcb99_0_1631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g3dabb2bcb99_0_1631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g3dabb2bcb99_0_1631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g3dabb2bcb99_0_1631"/>
          <p:cNvSpPr/>
          <p:nvPr/>
        </p:nvSpPr>
        <p:spPr>
          <a:xfrm>
            <a:off x="190496" y="1615827"/>
            <a:ext cx="8458200" cy="491400"/>
          </a:xfrm>
          <a:prstGeom prst="rect">
            <a:avLst/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g3dabb2bcb99_0_1631"/>
          <p:cNvSpPr/>
          <p:nvPr/>
        </p:nvSpPr>
        <p:spPr>
          <a:xfrm>
            <a:off x="271146" y="1662701"/>
            <a:ext cx="6894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68" name="Google Shape;268;g3dabb2bcb99_0_1631"/>
          <p:cNvSpPr/>
          <p:nvPr/>
        </p:nvSpPr>
        <p:spPr>
          <a:xfrm>
            <a:off x="71119" y="148807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69" name="Google Shape;269;g3dabb2bcb99_0_1631"/>
          <p:cNvGrpSpPr/>
          <p:nvPr/>
        </p:nvGrpSpPr>
        <p:grpSpPr>
          <a:xfrm>
            <a:off x="4746512" y="1662701"/>
            <a:ext cx="3793243" cy="416700"/>
            <a:chOff x="4746512" y="1662701"/>
            <a:chExt cx="3793243" cy="416700"/>
          </a:xfrm>
        </p:grpSpPr>
        <p:sp>
          <p:nvSpPr>
            <p:cNvPr id="270" name="Google Shape;270;g3dabb2bcb99_0_1631"/>
            <p:cNvSpPr/>
            <p:nvPr/>
          </p:nvSpPr>
          <p:spPr>
            <a:xfrm>
              <a:off x="7583055" y="1662701"/>
              <a:ext cx="9567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로그아웃</a:t>
              </a:r>
              <a:endParaRPr/>
            </a:p>
          </p:txBody>
        </p:sp>
        <p:sp>
          <p:nvSpPr>
            <p:cNvPr id="271" name="Google Shape;271;g3dabb2bcb99_0_1631"/>
            <p:cNvSpPr/>
            <p:nvPr/>
          </p:nvSpPr>
          <p:spPr>
            <a:xfrm>
              <a:off x="6336145" y="1662701"/>
              <a:ext cx="11871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마이페이지</a:t>
              </a:r>
              <a:endParaRPr/>
            </a:p>
          </p:txBody>
        </p:sp>
        <p:sp>
          <p:nvSpPr>
            <p:cNvPr id="272" name="Google Shape;272;g3dabb2bcb99_0_1631"/>
            <p:cNvSpPr/>
            <p:nvPr/>
          </p:nvSpPr>
          <p:spPr>
            <a:xfrm>
              <a:off x="5495636" y="1662701"/>
              <a:ext cx="7809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예치금</a:t>
              </a:r>
              <a:endParaRPr/>
            </a:p>
          </p:txBody>
        </p:sp>
        <p:sp>
          <p:nvSpPr>
            <p:cNvPr id="273" name="Google Shape;273;g3dabb2bcb99_0_1631"/>
            <p:cNvSpPr/>
            <p:nvPr/>
          </p:nvSpPr>
          <p:spPr>
            <a:xfrm>
              <a:off x="4746512" y="1662701"/>
              <a:ext cx="6894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알림</a:t>
              </a:r>
              <a:endParaRPr/>
            </a:p>
          </p:txBody>
        </p:sp>
      </p:grpSp>
      <p:grpSp>
        <p:nvGrpSpPr>
          <p:cNvPr id="274" name="Google Shape;274;g3dabb2bcb99_0_1631"/>
          <p:cNvGrpSpPr/>
          <p:nvPr/>
        </p:nvGrpSpPr>
        <p:grpSpPr>
          <a:xfrm>
            <a:off x="1424961" y="1662701"/>
            <a:ext cx="2973854" cy="416700"/>
            <a:chOff x="1271924" y="1662701"/>
            <a:chExt cx="2973854" cy="416700"/>
          </a:xfrm>
        </p:grpSpPr>
        <p:sp>
          <p:nvSpPr>
            <p:cNvPr id="275" name="Google Shape;275;g3dabb2bcb99_0_1631"/>
            <p:cNvSpPr/>
            <p:nvPr/>
          </p:nvSpPr>
          <p:spPr>
            <a:xfrm>
              <a:off x="1271924" y="1662701"/>
              <a:ext cx="8034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채팅방</a:t>
              </a:r>
              <a:endParaRPr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6" name="Google Shape;276;g3dabb2bcb99_0_1631"/>
            <p:cNvSpPr/>
            <p:nvPr/>
          </p:nvSpPr>
          <p:spPr>
            <a:xfrm>
              <a:off x="2301137" y="1662701"/>
              <a:ext cx="10296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중고 거래</a:t>
              </a:r>
              <a:endParaRPr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7" name="Google Shape;277;g3dabb2bcb99_0_1631"/>
            <p:cNvSpPr/>
            <p:nvPr/>
          </p:nvSpPr>
          <p:spPr>
            <a:xfrm>
              <a:off x="3556378" y="1662701"/>
              <a:ext cx="6894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경매</a:t>
              </a:r>
              <a:endParaRPr/>
            </a:p>
          </p:txBody>
        </p:sp>
      </p:grpSp>
      <p:sp>
        <p:nvSpPr>
          <p:cNvPr id="278" name="Google Shape;278;g3dabb2bcb99_0_1631"/>
          <p:cNvSpPr/>
          <p:nvPr/>
        </p:nvSpPr>
        <p:spPr>
          <a:xfrm>
            <a:off x="1232798" y="147090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9" name="Google Shape;279;g3dabb2bcb99_0_1631"/>
          <p:cNvSpPr/>
          <p:nvPr/>
        </p:nvSpPr>
        <p:spPr>
          <a:xfrm>
            <a:off x="2309347" y="146139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g3dabb2bcb99_0_1631"/>
          <p:cNvSpPr/>
          <p:nvPr/>
        </p:nvSpPr>
        <p:spPr>
          <a:xfrm>
            <a:off x="3551674" y="146139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g3dabb2bcb99_0_1631"/>
          <p:cNvSpPr/>
          <p:nvPr/>
        </p:nvSpPr>
        <p:spPr>
          <a:xfrm>
            <a:off x="4556592" y="146432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g3dabb2bcb99_0_1631"/>
          <p:cNvSpPr/>
          <p:nvPr/>
        </p:nvSpPr>
        <p:spPr>
          <a:xfrm>
            <a:off x="5386704" y="146139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g3dabb2bcb99_0_1631"/>
          <p:cNvSpPr/>
          <p:nvPr/>
        </p:nvSpPr>
        <p:spPr>
          <a:xfrm>
            <a:off x="6216816" y="146139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g3dabb2bcb99_0_1631"/>
          <p:cNvSpPr/>
          <p:nvPr/>
        </p:nvSpPr>
        <p:spPr>
          <a:xfrm>
            <a:off x="7498141" y="146434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abb2bcb99_0_1668"/>
          <p:cNvSpPr/>
          <p:nvPr/>
        </p:nvSpPr>
        <p:spPr>
          <a:xfrm>
            <a:off x="190496" y="1888189"/>
            <a:ext cx="1187100" cy="4665000"/>
          </a:xfrm>
          <a:prstGeom prst="rect">
            <a:avLst/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g3dabb2bcb99_0_1668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g3dabb2bcb99_0_1668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92" name="Google Shape;292;g3dabb2bcb99_0_1668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293" name="Google Shape;293;g3dabb2bcb99_0_1668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네비게이션 바 (예비)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4" name="Google Shape;294;g3dabb2bcb99_0_1668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화면 전반</a:t>
              </a:r>
              <a:endParaRPr/>
            </a:p>
          </p:txBody>
        </p:sp>
        <p:sp>
          <p:nvSpPr>
            <p:cNvPr id="295" name="Google Shape;295;g3dabb2bcb99_0_1668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nav-01-sub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296" name="Google Shape;296;g3dabb2bcb99_0_1668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7" name="Google Shape;297;g3dabb2bcb99_0_1668"/>
          <p:cNvSpPr txBox="1"/>
          <p:nvPr/>
        </p:nvSpPr>
        <p:spPr>
          <a:xfrm>
            <a:off x="8648699" y="0"/>
            <a:ext cx="35433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사이드바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메인 화면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각종 알림 출력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알림 내용 오버레이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사이트 화폐 출력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화폐 충전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마이페이지로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로그아웃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채팅방으로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중고 거래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경매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g3dabb2bcb99_0_1668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g3dabb2bcb99_0_1668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g3dabb2bcb99_0_1668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Google Shape;301;g3dabb2bcb99_0_1668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g3dabb2bcb99_0_1668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g3dabb2bcb99_0_1668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g3dabb2bcb99_0_1668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g3dabb2bcb99_0_1668"/>
          <p:cNvSpPr/>
          <p:nvPr/>
        </p:nvSpPr>
        <p:spPr>
          <a:xfrm>
            <a:off x="190496" y="1615827"/>
            <a:ext cx="8458200" cy="491400"/>
          </a:xfrm>
          <a:prstGeom prst="rect">
            <a:avLst/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g3dabb2bcb99_0_1668"/>
          <p:cNvSpPr/>
          <p:nvPr/>
        </p:nvSpPr>
        <p:spPr>
          <a:xfrm>
            <a:off x="688282" y="1662701"/>
            <a:ext cx="6894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grpSp>
        <p:nvGrpSpPr>
          <p:cNvPr id="307" name="Google Shape;307;g3dabb2bcb99_0_1668"/>
          <p:cNvGrpSpPr/>
          <p:nvPr/>
        </p:nvGrpSpPr>
        <p:grpSpPr>
          <a:xfrm>
            <a:off x="4746512" y="1662701"/>
            <a:ext cx="3793243" cy="416700"/>
            <a:chOff x="4746512" y="1662701"/>
            <a:chExt cx="3793243" cy="416700"/>
          </a:xfrm>
        </p:grpSpPr>
        <p:sp>
          <p:nvSpPr>
            <p:cNvPr id="308" name="Google Shape;308;g3dabb2bcb99_0_1668"/>
            <p:cNvSpPr/>
            <p:nvPr/>
          </p:nvSpPr>
          <p:spPr>
            <a:xfrm>
              <a:off x="7583055" y="1662701"/>
              <a:ext cx="9567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로그아웃</a:t>
              </a:r>
              <a:endParaRPr/>
            </a:p>
          </p:txBody>
        </p:sp>
        <p:sp>
          <p:nvSpPr>
            <p:cNvPr id="309" name="Google Shape;309;g3dabb2bcb99_0_1668"/>
            <p:cNvSpPr/>
            <p:nvPr/>
          </p:nvSpPr>
          <p:spPr>
            <a:xfrm>
              <a:off x="6336145" y="1662701"/>
              <a:ext cx="11871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마이페이지</a:t>
              </a:r>
              <a:endParaRPr/>
            </a:p>
          </p:txBody>
        </p:sp>
        <p:sp>
          <p:nvSpPr>
            <p:cNvPr id="310" name="Google Shape;310;g3dabb2bcb99_0_1668"/>
            <p:cNvSpPr/>
            <p:nvPr/>
          </p:nvSpPr>
          <p:spPr>
            <a:xfrm>
              <a:off x="5495636" y="1662701"/>
              <a:ext cx="7809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예치금</a:t>
              </a:r>
              <a:endParaRPr/>
            </a:p>
          </p:txBody>
        </p:sp>
        <p:sp>
          <p:nvSpPr>
            <p:cNvPr id="311" name="Google Shape;311;g3dabb2bcb99_0_1668"/>
            <p:cNvSpPr/>
            <p:nvPr/>
          </p:nvSpPr>
          <p:spPr>
            <a:xfrm>
              <a:off x="4746512" y="1662701"/>
              <a:ext cx="6894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알림</a:t>
              </a:r>
              <a:endParaRPr/>
            </a:p>
          </p:txBody>
        </p:sp>
      </p:grpSp>
      <p:grpSp>
        <p:nvGrpSpPr>
          <p:cNvPr id="312" name="Google Shape;312;g3dabb2bcb99_0_1668"/>
          <p:cNvGrpSpPr/>
          <p:nvPr/>
        </p:nvGrpSpPr>
        <p:grpSpPr>
          <a:xfrm>
            <a:off x="263027" y="2217433"/>
            <a:ext cx="1029600" cy="1623197"/>
            <a:chOff x="109990" y="2217433"/>
            <a:chExt cx="1029600" cy="1623197"/>
          </a:xfrm>
        </p:grpSpPr>
        <p:sp>
          <p:nvSpPr>
            <p:cNvPr id="313" name="Google Shape;313;g3dabb2bcb99_0_1668"/>
            <p:cNvSpPr/>
            <p:nvPr/>
          </p:nvSpPr>
          <p:spPr>
            <a:xfrm>
              <a:off x="223004" y="2217433"/>
              <a:ext cx="8034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채팅방</a:t>
              </a:r>
              <a:endParaRPr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4" name="Google Shape;314;g3dabb2bcb99_0_1668"/>
            <p:cNvSpPr/>
            <p:nvPr/>
          </p:nvSpPr>
          <p:spPr>
            <a:xfrm>
              <a:off x="109990" y="2820682"/>
              <a:ext cx="10296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중고 거래</a:t>
              </a:r>
              <a:endParaRPr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5" name="Google Shape;315;g3dabb2bcb99_0_1668"/>
            <p:cNvSpPr/>
            <p:nvPr/>
          </p:nvSpPr>
          <p:spPr>
            <a:xfrm>
              <a:off x="280052" y="3423930"/>
              <a:ext cx="689400" cy="4167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경매</a:t>
              </a:r>
              <a:endParaRPr/>
            </a:p>
          </p:txBody>
        </p:sp>
      </p:grpSp>
      <p:sp>
        <p:nvSpPr>
          <p:cNvPr id="316" name="Google Shape;316;g3dabb2bcb99_0_1668"/>
          <p:cNvSpPr/>
          <p:nvPr/>
        </p:nvSpPr>
        <p:spPr>
          <a:xfrm>
            <a:off x="229777" y="1651434"/>
            <a:ext cx="4002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☰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g3dabb2bcb99_0_1668"/>
          <p:cNvSpPr/>
          <p:nvPr/>
        </p:nvSpPr>
        <p:spPr>
          <a:xfrm>
            <a:off x="1177694" y="14163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g3dabb2bcb99_0_1668"/>
          <p:cNvSpPr/>
          <p:nvPr/>
        </p:nvSpPr>
        <p:spPr>
          <a:xfrm>
            <a:off x="4608946" y="14163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g3dabb2bcb99_0_1668"/>
          <p:cNvSpPr/>
          <p:nvPr/>
        </p:nvSpPr>
        <p:spPr>
          <a:xfrm>
            <a:off x="5411126" y="14163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g3dabb2bcb99_0_1668"/>
          <p:cNvSpPr/>
          <p:nvPr/>
        </p:nvSpPr>
        <p:spPr>
          <a:xfrm>
            <a:off x="6254632" y="14163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g3dabb2bcb99_0_1668"/>
          <p:cNvSpPr/>
          <p:nvPr/>
        </p:nvSpPr>
        <p:spPr>
          <a:xfrm>
            <a:off x="7451663" y="14163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g3dabb2bcb99_0_1668"/>
          <p:cNvSpPr/>
          <p:nvPr/>
        </p:nvSpPr>
        <p:spPr>
          <a:xfrm>
            <a:off x="22976" y="14163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g3dabb2bcb99_0_1668"/>
          <p:cNvSpPr/>
          <p:nvPr/>
        </p:nvSpPr>
        <p:spPr>
          <a:xfrm>
            <a:off x="229777" y="328527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g3dabb2bcb99_0_1668"/>
          <p:cNvSpPr/>
          <p:nvPr/>
        </p:nvSpPr>
        <p:spPr>
          <a:xfrm>
            <a:off x="168543" y="263720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5" name="Google Shape;325;g3dabb2bcb99_0_1668"/>
          <p:cNvSpPr/>
          <p:nvPr/>
        </p:nvSpPr>
        <p:spPr>
          <a:xfrm>
            <a:off x="179300" y="206099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abb2bcb99_0_1708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1" name="Google Shape;331;g3dabb2bcb99_0_1708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32" name="Google Shape;332;g3dabb2bcb99_0_1708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333" name="Google Shape;333;g3dabb2bcb99_0_1708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 화면</a:t>
              </a:r>
              <a:endParaRPr/>
            </a:p>
          </p:txBody>
        </p:sp>
        <p:sp>
          <p:nvSpPr>
            <p:cNvPr id="334" name="Google Shape;334;g3dabb2bcb99_0_1708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 화면</a:t>
              </a:r>
              <a:endParaRPr/>
            </a:p>
          </p:txBody>
        </p:sp>
        <p:sp>
          <p:nvSpPr>
            <p:cNvPr id="335" name="Google Shape;335;g3dabb2bcb99_0_1708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MAIN-01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336" name="Google Shape;336;g3dabb2bcb99_0_1708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g3dabb2bcb99_0_1708"/>
          <p:cNvSpPr txBox="1"/>
          <p:nvPr/>
        </p:nvSpPr>
        <p:spPr>
          <a:xfrm>
            <a:off x="8648699" y="0"/>
            <a:ext cx="3543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중인 경매 최신 순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경매 상세페이지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중인 중고 거래 최신 순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중고 거래 상세페이지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8" name="Google Shape;338;g3dabb2bcb99_0_1708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9" name="Google Shape;339;g3dabb2bcb99_0_1708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g3dabb2bcb99_0_1708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1" name="Google Shape;341;g3dabb2bcb99_0_1708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g3dabb2bcb99_0_1708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g3dabb2bcb99_0_1708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4" name="Google Shape;344;g3dabb2bcb99_0_1708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5" name="Google Shape;345;g3dabb2bcb99_0_1708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페이지</a:t>
            </a:r>
            <a:endParaRPr/>
          </a:p>
        </p:txBody>
      </p:sp>
      <p:sp>
        <p:nvSpPr>
          <p:cNvPr id="346" name="Google Shape;346;g3dabb2bcb99_0_1708"/>
          <p:cNvSpPr/>
          <p:nvPr/>
        </p:nvSpPr>
        <p:spPr>
          <a:xfrm>
            <a:off x="485779" y="2570809"/>
            <a:ext cx="3872700" cy="37470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g3dabb2bcb99_0_1708"/>
          <p:cNvSpPr txBox="1"/>
          <p:nvPr/>
        </p:nvSpPr>
        <p:spPr>
          <a:xfrm>
            <a:off x="485777" y="2547759"/>
            <a:ext cx="41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진행중인 경매</a:t>
            </a:r>
            <a:endParaRPr/>
          </a:p>
        </p:txBody>
      </p:sp>
      <p:sp>
        <p:nvSpPr>
          <p:cNvPr id="348" name="Google Shape;348;g3dabb2bcb99_0_1708"/>
          <p:cNvSpPr/>
          <p:nvPr/>
        </p:nvSpPr>
        <p:spPr>
          <a:xfrm>
            <a:off x="553088" y="3004751"/>
            <a:ext cx="1128900" cy="3125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품목 1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9" name="Google Shape;349;g3dabb2bcb99_0_1708"/>
          <p:cNvSpPr/>
          <p:nvPr/>
        </p:nvSpPr>
        <p:spPr>
          <a:xfrm>
            <a:off x="1825464" y="3000993"/>
            <a:ext cx="1128900" cy="3125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품목 2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0" name="Google Shape;350;g3dabb2bcb99_0_1708"/>
          <p:cNvSpPr/>
          <p:nvPr/>
        </p:nvSpPr>
        <p:spPr>
          <a:xfrm>
            <a:off x="3097839" y="2997572"/>
            <a:ext cx="1128900" cy="3125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품목 3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1" name="Google Shape;351;g3dabb2bcb99_0_1708"/>
          <p:cNvSpPr/>
          <p:nvPr/>
        </p:nvSpPr>
        <p:spPr>
          <a:xfrm>
            <a:off x="454376" y="288426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2" name="Google Shape;352;g3dabb2bcb99_0_1708"/>
          <p:cNvSpPr/>
          <p:nvPr/>
        </p:nvSpPr>
        <p:spPr>
          <a:xfrm>
            <a:off x="329331" y="239138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3" name="Google Shape;353;g3dabb2bcb99_0_1708"/>
          <p:cNvSpPr/>
          <p:nvPr/>
        </p:nvSpPr>
        <p:spPr>
          <a:xfrm>
            <a:off x="4629559" y="2570809"/>
            <a:ext cx="3872700" cy="37470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g3dabb2bcb99_0_1708"/>
          <p:cNvSpPr txBox="1"/>
          <p:nvPr/>
        </p:nvSpPr>
        <p:spPr>
          <a:xfrm>
            <a:off x="4629557" y="2547759"/>
            <a:ext cx="41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진행중인 거래</a:t>
            </a:r>
            <a:endParaRPr/>
          </a:p>
        </p:txBody>
      </p:sp>
      <p:sp>
        <p:nvSpPr>
          <p:cNvPr id="355" name="Google Shape;355;g3dabb2bcb99_0_1708"/>
          <p:cNvSpPr/>
          <p:nvPr/>
        </p:nvSpPr>
        <p:spPr>
          <a:xfrm>
            <a:off x="4696868" y="3004750"/>
            <a:ext cx="1128900" cy="31218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품목 1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6" name="Google Shape;356;g3dabb2bcb99_0_1708"/>
          <p:cNvSpPr/>
          <p:nvPr/>
        </p:nvSpPr>
        <p:spPr>
          <a:xfrm>
            <a:off x="5969244" y="3000992"/>
            <a:ext cx="1128900" cy="31218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품목 2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7" name="Google Shape;357;g3dabb2bcb99_0_1708"/>
          <p:cNvSpPr/>
          <p:nvPr/>
        </p:nvSpPr>
        <p:spPr>
          <a:xfrm>
            <a:off x="7241619" y="2997571"/>
            <a:ext cx="1128900" cy="31218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품목 3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g3dabb2bcb99_0_1708"/>
          <p:cNvSpPr/>
          <p:nvPr/>
        </p:nvSpPr>
        <p:spPr>
          <a:xfrm>
            <a:off x="4598156" y="288426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9" name="Google Shape;359;g3dabb2bcb99_0_1708"/>
          <p:cNvSpPr/>
          <p:nvPr/>
        </p:nvSpPr>
        <p:spPr>
          <a:xfrm>
            <a:off x="4473111" y="239138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abb2bcb99_0_1741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g3dabb2bcb99_0_1741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66" name="Google Shape;366;g3dabb2bcb99_0_1741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367" name="Google Shape;367;g3dabb2bcb99_0_1741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로그인 페이지</a:t>
              </a:r>
              <a:endParaRPr/>
            </a:p>
          </p:txBody>
        </p:sp>
        <p:sp>
          <p:nvSpPr>
            <p:cNvPr id="368" name="Google Shape;368;g3dabb2bcb99_0_1741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로그인 화면</a:t>
              </a:r>
              <a:endParaRPr/>
            </a:p>
          </p:txBody>
        </p:sp>
        <p:sp>
          <p:nvSpPr>
            <p:cNvPr id="369" name="Google Shape;369;g3dabb2bcb99_0_1741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ACCOUNT-01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370" name="Google Shape;370;g3dabb2bcb99_0_1741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1" name="Google Shape;371;g3dabb2bcb99_0_1741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입력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로그인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회원가입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ID 찾기 페이지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PW 재설정 페이지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g3dabb2bcb99_0_1741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g3dabb2bcb99_0_1741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g3dabb2bcb99_0_1741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g3dabb2bcb99_0_1741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g3dabb2bcb99_0_1741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g3dabb2bcb99_0_1741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8" name="Google Shape;378;g3dabb2bcb99_0_1741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dabb2bcb99_0_1741"/>
          <p:cNvSpPr/>
          <p:nvPr/>
        </p:nvSpPr>
        <p:spPr>
          <a:xfrm>
            <a:off x="1362075" y="2868590"/>
            <a:ext cx="6115200" cy="3425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g3dabb2bcb99_0_1741"/>
          <p:cNvSpPr/>
          <p:nvPr/>
        </p:nvSpPr>
        <p:spPr>
          <a:xfrm>
            <a:off x="1545591" y="3231654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입력 행</a:t>
            </a:r>
            <a:endParaRPr/>
          </a:p>
        </p:txBody>
      </p:sp>
      <p:sp>
        <p:nvSpPr>
          <p:cNvPr id="381" name="Google Shape;381;g3dabb2bcb99_0_1741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페이지</a:t>
            </a:r>
            <a:endParaRPr/>
          </a:p>
        </p:txBody>
      </p:sp>
      <p:sp>
        <p:nvSpPr>
          <p:cNvPr id="382" name="Google Shape;382;g3dabb2bcb99_0_1741"/>
          <p:cNvSpPr txBox="1"/>
          <p:nvPr/>
        </p:nvSpPr>
        <p:spPr>
          <a:xfrm>
            <a:off x="1362073" y="2411598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/>
          </a:p>
        </p:txBody>
      </p:sp>
      <p:sp>
        <p:nvSpPr>
          <p:cNvPr id="383" name="Google Shape;383;g3dabb2bcb99_0_1741"/>
          <p:cNvSpPr/>
          <p:nvPr/>
        </p:nvSpPr>
        <p:spPr>
          <a:xfrm>
            <a:off x="1545591" y="4067003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/>
          </a:p>
        </p:txBody>
      </p:sp>
      <p:sp>
        <p:nvSpPr>
          <p:cNvPr id="384" name="Google Shape;384;g3dabb2bcb99_0_1741"/>
          <p:cNvSpPr/>
          <p:nvPr/>
        </p:nvSpPr>
        <p:spPr>
          <a:xfrm>
            <a:off x="1358900" y="308845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g3dabb2bcb99_0_1741"/>
          <p:cNvSpPr txBox="1"/>
          <p:nvPr/>
        </p:nvSpPr>
        <p:spPr>
          <a:xfrm>
            <a:off x="1545590" y="2860179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3dabb2bcb99_0_1741"/>
          <p:cNvSpPr txBox="1"/>
          <p:nvPr/>
        </p:nvSpPr>
        <p:spPr>
          <a:xfrm>
            <a:off x="1545590" y="3675906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g3dabb2bcb99_0_1741"/>
          <p:cNvSpPr/>
          <p:nvPr/>
        </p:nvSpPr>
        <p:spPr>
          <a:xfrm>
            <a:off x="1545591" y="5180279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/>
          </a:p>
        </p:txBody>
      </p:sp>
      <p:sp>
        <p:nvSpPr>
          <p:cNvPr id="388" name="Google Shape;388;g3dabb2bcb99_0_1741"/>
          <p:cNvSpPr txBox="1"/>
          <p:nvPr/>
        </p:nvSpPr>
        <p:spPr>
          <a:xfrm>
            <a:off x="2192655" y="5704082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회원이 아니신가요? 회원가입</a:t>
            </a:r>
            <a:b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찾기 / PW 재설정</a:t>
            </a:r>
            <a:endParaRPr/>
          </a:p>
        </p:txBody>
      </p:sp>
      <p:sp>
        <p:nvSpPr>
          <p:cNvPr id="389" name="Google Shape;389;g3dabb2bcb99_0_1741"/>
          <p:cNvSpPr/>
          <p:nvPr/>
        </p:nvSpPr>
        <p:spPr>
          <a:xfrm>
            <a:off x="1343978" y="387596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g3dabb2bcb99_0_1741"/>
          <p:cNvSpPr/>
          <p:nvPr/>
        </p:nvSpPr>
        <p:spPr>
          <a:xfrm>
            <a:off x="1358900" y="501384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g3dabb2bcb99_0_1741"/>
          <p:cNvSpPr/>
          <p:nvPr/>
        </p:nvSpPr>
        <p:spPr>
          <a:xfrm>
            <a:off x="5415913" y="549982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g3dabb2bcb99_0_1741"/>
          <p:cNvSpPr/>
          <p:nvPr/>
        </p:nvSpPr>
        <p:spPr>
          <a:xfrm>
            <a:off x="3204209" y="584579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3" name="Google Shape;393;g3dabb2bcb99_0_1741"/>
          <p:cNvSpPr/>
          <p:nvPr/>
        </p:nvSpPr>
        <p:spPr>
          <a:xfrm>
            <a:off x="5175883" y="597959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abb2bcb99_0_1774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99" name="Google Shape;399;g3dabb2bcb99_0_1774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400" name="Google Shape;400;g3dabb2bcb99_0_1774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회원가입 페이지</a:t>
              </a:r>
              <a:endParaRPr/>
            </a:p>
          </p:txBody>
        </p:sp>
        <p:sp>
          <p:nvSpPr>
            <p:cNvPr id="401" name="Google Shape;401;g3dabb2bcb99_0_1774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로그인 화면 &gt; 회원가입 화면 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2" name="Google Shape;402;g3dabb2bcb99_0_1774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REGIST-01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03" name="Google Shape;403;g3dabb2bcb99_0_1774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" name="Google Shape;404;g3dabb2bcb99_0_1774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입력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중복 확인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확인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이름 입력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생년월일 입력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g3dabb2bcb99_0_1774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g3dabb2bcb99_0_1774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g3dabb2bcb99_0_1774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g3dabb2bcb99_0_1774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9" name="Google Shape;409;g3dabb2bcb99_0_1774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g3dabb2bcb99_0_1774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g3dabb2bcb99_0_1774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2" name="Google Shape;412;g3dabb2bcb99_0_1774"/>
          <p:cNvSpPr/>
          <p:nvPr/>
        </p:nvSpPr>
        <p:spPr>
          <a:xfrm>
            <a:off x="1362075" y="2154436"/>
            <a:ext cx="6115200" cy="4419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g3dabb2bcb99_0_1774"/>
          <p:cNvSpPr/>
          <p:nvPr/>
        </p:nvSpPr>
        <p:spPr>
          <a:xfrm>
            <a:off x="1545591" y="2519745"/>
            <a:ext cx="44223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입력 행</a:t>
            </a:r>
            <a:endParaRPr/>
          </a:p>
        </p:txBody>
      </p:sp>
      <p:sp>
        <p:nvSpPr>
          <p:cNvPr id="414" name="Google Shape;414;g3dabb2bcb99_0_1774"/>
          <p:cNvSpPr txBox="1"/>
          <p:nvPr/>
        </p:nvSpPr>
        <p:spPr>
          <a:xfrm>
            <a:off x="1362074" y="1636727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 페이지</a:t>
            </a:r>
            <a:endParaRPr/>
          </a:p>
        </p:txBody>
      </p:sp>
      <p:sp>
        <p:nvSpPr>
          <p:cNvPr id="415" name="Google Shape;415;g3dabb2bcb99_0_1774"/>
          <p:cNvSpPr/>
          <p:nvPr/>
        </p:nvSpPr>
        <p:spPr>
          <a:xfrm>
            <a:off x="1545591" y="3346903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/>
          </a:p>
        </p:txBody>
      </p:sp>
      <p:sp>
        <p:nvSpPr>
          <p:cNvPr id="416" name="Google Shape;416;g3dabb2bcb99_0_1774"/>
          <p:cNvSpPr/>
          <p:nvPr/>
        </p:nvSpPr>
        <p:spPr>
          <a:xfrm>
            <a:off x="1358900" y="237654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g3dabb2bcb99_0_1774"/>
          <p:cNvSpPr txBox="1"/>
          <p:nvPr/>
        </p:nvSpPr>
        <p:spPr>
          <a:xfrm>
            <a:off x="1545590" y="2148270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g3dabb2bcb99_0_1774"/>
          <p:cNvSpPr txBox="1"/>
          <p:nvPr/>
        </p:nvSpPr>
        <p:spPr>
          <a:xfrm>
            <a:off x="1545590" y="2955806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g3dabb2bcb99_0_1774"/>
          <p:cNvSpPr/>
          <p:nvPr/>
        </p:nvSpPr>
        <p:spPr>
          <a:xfrm>
            <a:off x="1343978" y="315586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g3dabb2bcb99_0_1774"/>
          <p:cNvSpPr/>
          <p:nvPr/>
        </p:nvSpPr>
        <p:spPr>
          <a:xfrm>
            <a:off x="1538130" y="4211526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/>
          </a:p>
        </p:txBody>
      </p:sp>
      <p:sp>
        <p:nvSpPr>
          <p:cNvPr id="421" name="Google Shape;421;g3dabb2bcb99_0_1774"/>
          <p:cNvSpPr txBox="1"/>
          <p:nvPr/>
        </p:nvSpPr>
        <p:spPr>
          <a:xfrm>
            <a:off x="1538129" y="3820429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확인</a:t>
            </a:r>
            <a:endParaRPr/>
          </a:p>
        </p:txBody>
      </p:sp>
      <p:sp>
        <p:nvSpPr>
          <p:cNvPr id="422" name="Google Shape;422;g3dabb2bcb99_0_1774"/>
          <p:cNvSpPr/>
          <p:nvPr/>
        </p:nvSpPr>
        <p:spPr>
          <a:xfrm>
            <a:off x="1336517" y="402048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g3dabb2bcb99_0_1774"/>
          <p:cNvSpPr/>
          <p:nvPr/>
        </p:nvSpPr>
        <p:spPr>
          <a:xfrm>
            <a:off x="1536542" y="5018861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이름 입력 행</a:t>
            </a:r>
            <a:endParaRPr/>
          </a:p>
        </p:txBody>
      </p:sp>
      <p:sp>
        <p:nvSpPr>
          <p:cNvPr id="424" name="Google Shape;424;g3dabb2bcb99_0_1774"/>
          <p:cNvSpPr txBox="1"/>
          <p:nvPr/>
        </p:nvSpPr>
        <p:spPr>
          <a:xfrm>
            <a:off x="1536542" y="4685052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이름</a:t>
            </a:r>
            <a:endParaRPr/>
          </a:p>
        </p:txBody>
      </p:sp>
      <p:sp>
        <p:nvSpPr>
          <p:cNvPr id="425" name="Google Shape;425;g3dabb2bcb99_0_1774"/>
          <p:cNvSpPr/>
          <p:nvPr/>
        </p:nvSpPr>
        <p:spPr>
          <a:xfrm>
            <a:off x="1536542" y="5754230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생년월일 입력 행</a:t>
            </a:r>
            <a:endParaRPr/>
          </a:p>
        </p:txBody>
      </p:sp>
      <p:sp>
        <p:nvSpPr>
          <p:cNvPr id="426" name="Google Shape;426;g3dabb2bcb99_0_1774"/>
          <p:cNvSpPr txBox="1"/>
          <p:nvPr/>
        </p:nvSpPr>
        <p:spPr>
          <a:xfrm>
            <a:off x="1513912" y="5438566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생년월일</a:t>
            </a:r>
            <a:endParaRPr/>
          </a:p>
        </p:txBody>
      </p:sp>
      <p:sp>
        <p:nvSpPr>
          <p:cNvPr id="427" name="Google Shape;427;g3dabb2bcb99_0_1774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8" name="Google Shape;428;g3dabb2bcb99_0_1774"/>
          <p:cNvSpPr/>
          <p:nvPr/>
        </p:nvSpPr>
        <p:spPr>
          <a:xfrm>
            <a:off x="6146944" y="2514134"/>
            <a:ext cx="11511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확인</a:t>
            </a:r>
            <a:endParaRPr/>
          </a:p>
        </p:txBody>
      </p:sp>
      <p:sp>
        <p:nvSpPr>
          <p:cNvPr id="429" name="Google Shape;429;g3dabb2bcb99_0_1774"/>
          <p:cNvSpPr/>
          <p:nvPr/>
        </p:nvSpPr>
        <p:spPr>
          <a:xfrm>
            <a:off x="1340182" y="481738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0" name="Google Shape;430;g3dabb2bcb99_0_1774"/>
          <p:cNvSpPr/>
          <p:nvPr/>
        </p:nvSpPr>
        <p:spPr>
          <a:xfrm>
            <a:off x="1334930" y="550723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1" name="Google Shape;431;g3dabb2bcb99_0_1774"/>
          <p:cNvSpPr/>
          <p:nvPr/>
        </p:nvSpPr>
        <p:spPr>
          <a:xfrm>
            <a:off x="6045057" y="231099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abb2bcb99_0_1811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g3dabb2bcb99_0_1811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38" name="Google Shape;438;g3dabb2bcb99_0_1811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439" name="Google Shape;439;g3dabb2bcb99_0_1811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회원가입 페이지 (계속)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0" name="Google Shape;440;g3dabb2bcb99_0_1811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로그인 화면 &gt; 회원가입 화면 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1" name="Google Shape;441;g3dabb2bcb99_0_1811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REGIST-01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42" name="Google Shape;442;g3dabb2bcb99_0_1811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3" name="Google Shape;443;g3dabb2bcb99_0_1811"/>
          <p:cNvSpPr txBox="1"/>
          <p:nvPr/>
        </p:nvSpPr>
        <p:spPr>
          <a:xfrm>
            <a:off x="8648699" y="0"/>
            <a:ext cx="3543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닉네임 입력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주소 입력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클릭 시 회원 가입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 클릭 시 로그인 페이지 이동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g3dabb2bcb99_0_1811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g3dabb2bcb99_0_1811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g3dabb2bcb99_0_1811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7" name="Google Shape;447;g3dabb2bcb99_0_1811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8" name="Google Shape;448;g3dabb2bcb99_0_1811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g3dabb2bcb99_0_1811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g3dabb2bcb99_0_1811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g3dabb2bcb99_0_1811"/>
          <p:cNvSpPr/>
          <p:nvPr/>
        </p:nvSpPr>
        <p:spPr>
          <a:xfrm>
            <a:off x="1362075" y="2154436"/>
            <a:ext cx="6115200" cy="4139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2" name="Google Shape;452;g3dabb2bcb99_0_1811"/>
          <p:cNvSpPr/>
          <p:nvPr/>
        </p:nvSpPr>
        <p:spPr>
          <a:xfrm>
            <a:off x="1545591" y="2519745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닉네임 입력 행</a:t>
            </a:r>
            <a:endParaRPr/>
          </a:p>
        </p:txBody>
      </p:sp>
      <p:sp>
        <p:nvSpPr>
          <p:cNvPr id="453" name="Google Shape;453;g3dabb2bcb99_0_1811"/>
          <p:cNvSpPr txBox="1"/>
          <p:nvPr/>
        </p:nvSpPr>
        <p:spPr>
          <a:xfrm>
            <a:off x="1362074" y="1636727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 페이지</a:t>
            </a:r>
            <a:endParaRPr/>
          </a:p>
        </p:txBody>
      </p:sp>
      <p:sp>
        <p:nvSpPr>
          <p:cNvPr id="454" name="Google Shape;454;g3dabb2bcb99_0_1811"/>
          <p:cNvSpPr/>
          <p:nvPr/>
        </p:nvSpPr>
        <p:spPr>
          <a:xfrm>
            <a:off x="1545591" y="3346903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주소 입력 행</a:t>
            </a:r>
            <a:endParaRPr/>
          </a:p>
        </p:txBody>
      </p:sp>
      <p:sp>
        <p:nvSpPr>
          <p:cNvPr id="455" name="Google Shape;455;g3dabb2bcb99_0_1811"/>
          <p:cNvSpPr/>
          <p:nvPr/>
        </p:nvSpPr>
        <p:spPr>
          <a:xfrm>
            <a:off x="1358900" y="237654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6" name="Google Shape;456;g3dabb2bcb99_0_1811"/>
          <p:cNvSpPr txBox="1"/>
          <p:nvPr/>
        </p:nvSpPr>
        <p:spPr>
          <a:xfrm>
            <a:off x="1545590" y="2148270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닉네임</a:t>
            </a:r>
            <a:endParaRPr/>
          </a:p>
        </p:txBody>
      </p:sp>
      <p:sp>
        <p:nvSpPr>
          <p:cNvPr id="457" name="Google Shape;457;g3dabb2bcb99_0_1811"/>
          <p:cNvSpPr txBox="1"/>
          <p:nvPr/>
        </p:nvSpPr>
        <p:spPr>
          <a:xfrm>
            <a:off x="1545590" y="2955806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주소</a:t>
            </a:r>
            <a:endParaRPr/>
          </a:p>
        </p:txBody>
      </p:sp>
      <p:sp>
        <p:nvSpPr>
          <p:cNvPr id="458" name="Google Shape;458;g3dabb2bcb99_0_1811"/>
          <p:cNvSpPr/>
          <p:nvPr/>
        </p:nvSpPr>
        <p:spPr>
          <a:xfrm>
            <a:off x="1545591" y="5460668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가입</a:t>
            </a:r>
            <a:endParaRPr/>
          </a:p>
        </p:txBody>
      </p:sp>
      <p:sp>
        <p:nvSpPr>
          <p:cNvPr id="459" name="Google Shape;459;g3dabb2bcb99_0_1811"/>
          <p:cNvSpPr txBox="1"/>
          <p:nvPr/>
        </p:nvSpPr>
        <p:spPr>
          <a:xfrm>
            <a:off x="2192655" y="5961713"/>
            <a:ext cx="445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회원이 이신가요? 로그인</a:t>
            </a:r>
            <a:endParaRPr/>
          </a:p>
        </p:txBody>
      </p:sp>
      <p:sp>
        <p:nvSpPr>
          <p:cNvPr id="460" name="Google Shape;460;g3dabb2bcb99_0_1811"/>
          <p:cNvSpPr/>
          <p:nvPr/>
        </p:nvSpPr>
        <p:spPr>
          <a:xfrm>
            <a:off x="1343978" y="315586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1" name="Google Shape;461;g3dabb2bcb99_0_1811"/>
          <p:cNvSpPr/>
          <p:nvPr/>
        </p:nvSpPr>
        <p:spPr>
          <a:xfrm>
            <a:off x="1358900" y="529423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g3dabb2bcb99_0_1811"/>
          <p:cNvSpPr/>
          <p:nvPr/>
        </p:nvSpPr>
        <p:spPr>
          <a:xfrm>
            <a:off x="5415912" y="578186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1" sz="1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abb2bcb99_0_1841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8" name="Google Shape;468;g3dabb2bcb99_0_1841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9" name="Google Shape;469;g3dabb2bcb99_0_1841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470" name="Google Shape;470;g3dabb2bcb99_0_1841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ID 찾기</a:t>
              </a:r>
              <a:endParaRPr/>
            </a:p>
          </p:txBody>
        </p:sp>
        <p:sp>
          <p:nvSpPr>
            <p:cNvPr id="471" name="Google Shape;471;g3dabb2bcb99_0_1841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로그인 화면 &gt; ID 찾기 화면 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2" name="Google Shape;472;g3dabb2bcb99_0_1841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ACCOUNT-02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73" name="Google Shape;473;g3dabb2bcb99_0_1841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4" name="Google Shape;474;g3dabb2bcb99_0_1841"/>
          <p:cNvSpPr txBox="1"/>
          <p:nvPr/>
        </p:nvSpPr>
        <p:spPr>
          <a:xfrm>
            <a:off x="8648699" y="0"/>
            <a:ext cx="3543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입력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이메일에 맞는 ID 출력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PW 재설정 페이지로 이동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로그인 페이지로 이동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5" name="Google Shape;475;g3dabb2bcb99_0_1841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6" name="Google Shape;476;g3dabb2bcb99_0_1841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7" name="Google Shape;477;g3dabb2bcb99_0_1841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g3dabb2bcb99_0_1841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9" name="Google Shape;479;g3dabb2bcb99_0_1841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0" name="Google Shape;480;g3dabb2bcb99_0_1841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1" name="Google Shape;481;g3dabb2bcb99_0_1841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2" name="Google Shape;482;g3dabb2bcb99_0_1841"/>
          <p:cNvSpPr/>
          <p:nvPr/>
        </p:nvSpPr>
        <p:spPr>
          <a:xfrm>
            <a:off x="1362075" y="2154436"/>
            <a:ext cx="6115200" cy="4139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3" name="Google Shape;483;g3dabb2bcb99_0_1841"/>
          <p:cNvSpPr/>
          <p:nvPr/>
        </p:nvSpPr>
        <p:spPr>
          <a:xfrm>
            <a:off x="1545591" y="2519745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입력 행</a:t>
            </a:r>
            <a:endParaRPr/>
          </a:p>
        </p:txBody>
      </p:sp>
      <p:sp>
        <p:nvSpPr>
          <p:cNvPr id="484" name="Google Shape;484;g3dabb2bcb99_0_1841"/>
          <p:cNvSpPr txBox="1"/>
          <p:nvPr/>
        </p:nvSpPr>
        <p:spPr>
          <a:xfrm>
            <a:off x="1362074" y="1636727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찾기 페이지</a:t>
            </a:r>
            <a:endParaRPr/>
          </a:p>
        </p:txBody>
      </p:sp>
      <p:sp>
        <p:nvSpPr>
          <p:cNvPr id="485" name="Google Shape;485;g3dabb2bcb99_0_1841"/>
          <p:cNvSpPr/>
          <p:nvPr/>
        </p:nvSpPr>
        <p:spPr>
          <a:xfrm>
            <a:off x="1358900" y="237654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6" name="Google Shape;486;g3dabb2bcb99_0_1841"/>
          <p:cNvSpPr txBox="1"/>
          <p:nvPr/>
        </p:nvSpPr>
        <p:spPr>
          <a:xfrm>
            <a:off x="1545590" y="2148270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</a:t>
            </a:r>
            <a:endParaRPr/>
          </a:p>
        </p:txBody>
      </p:sp>
      <p:sp>
        <p:nvSpPr>
          <p:cNvPr id="487" name="Google Shape;487;g3dabb2bcb99_0_1841"/>
          <p:cNvSpPr/>
          <p:nvPr/>
        </p:nvSpPr>
        <p:spPr>
          <a:xfrm>
            <a:off x="1545591" y="5054860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찾기</a:t>
            </a:r>
            <a:endParaRPr/>
          </a:p>
        </p:txBody>
      </p:sp>
      <p:sp>
        <p:nvSpPr>
          <p:cNvPr id="488" name="Google Shape;488;g3dabb2bcb99_0_1841"/>
          <p:cNvSpPr txBox="1"/>
          <p:nvPr/>
        </p:nvSpPr>
        <p:spPr>
          <a:xfrm>
            <a:off x="2191068" y="5534761"/>
            <a:ext cx="445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PW를 잊으셨나요? PW 재설정</a:t>
            </a:r>
            <a:endParaRPr/>
          </a:p>
        </p:txBody>
      </p:sp>
      <p:sp>
        <p:nvSpPr>
          <p:cNvPr id="489" name="Google Shape;489;g3dabb2bcb99_0_1841"/>
          <p:cNvSpPr/>
          <p:nvPr/>
        </p:nvSpPr>
        <p:spPr>
          <a:xfrm>
            <a:off x="1358900" y="488843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g3dabb2bcb99_0_1841"/>
          <p:cNvSpPr txBox="1"/>
          <p:nvPr/>
        </p:nvSpPr>
        <p:spPr>
          <a:xfrm>
            <a:off x="2191068" y="5871027"/>
            <a:ext cx="445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회원이 이신가요? 로그인</a:t>
            </a:r>
            <a:endParaRPr/>
          </a:p>
        </p:txBody>
      </p:sp>
      <p:sp>
        <p:nvSpPr>
          <p:cNvPr id="491" name="Google Shape;491;g3dabb2bcb99_0_1841"/>
          <p:cNvSpPr/>
          <p:nvPr/>
        </p:nvSpPr>
        <p:spPr>
          <a:xfrm>
            <a:off x="5487555" y="534010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2" name="Google Shape;492;g3dabb2bcb99_0_1841"/>
          <p:cNvSpPr/>
          <p:nvPr/>
        </p:nvSpPr>
        <p:spPr>
          <a:xfrm>
            <a:off x="5285942" y="569966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abb2bcb99_0_1870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8" name="Google Shape;498;g3dabb2bcb99_0_1870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99" name="Google Shape;499;g3dabb2bcb99_0_1870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500" name="Google Shape;500;g3dabb2bcb99_0_1870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PW 재설정</a:t>
              </a:r>
              <a:endParaRPr/>
            </a:p>
          </p:txBody>
        </p:sp>
        <p:sp>
          <p:nvSpPr>
            <p:cNvPr id="501" name="Google Shape;501;g3dabb2bcb99_0_1870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로그인 화면 &gt; PW 재설정 화면 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2" name="Google Shape;502;g3dabb2bcb99_0_1870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ACCOUNT-03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03" name="Google Shape;503;g3dabb2bcb99_0_1870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4" name="Google Shape;504;g3dabb2bcb99_0_1870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입력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입력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이메일에 PW 재설정 페이지 링크 전송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ID 찾기 페이지로 이동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로그인 페이지로 이동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g3dabb2bcb99_0_1870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g3dabb2bcb99_0_1870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7" name="Google Shape;507;g3dabb2bcb99_0_1870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8" name="Google Shape;508;g3dabb2bcb99_0_1870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9" name="Google Shape;509;g3dabb2bcb99_0_1870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0" name="Google Shape;510;g3dabb2bcb99_0_1870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1" name="Google Shape;511;g3dabb2bcb99_0_1870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2" name="Google Shape;512;g3dabb2bcb99_0_1870"/>
          <p:cNvSpPr/>
          <p:nvPr/>
        </p:nvSpPr>
        <p:spPr>
          <a:xfrm>
            <a:off x="1362075" y="2154436"/>
            <a:ext cx="6115200" cy="4139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g3dabb2bcb99_0_1870"/>
          <p:cNvSpPr/>
          <p:nvPr/>
        </p:nvSpPr>
        <p:spPr>
          <a:xfrm>
            <a:off x="1545591" y="2519745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입력 행</a:t>
            </a:r>
            <a:endParaRPr/>
          </a:p>
        </p:txBody>
      </p:sp>
      <p:sp>
        <p:nvSpPr>
          <p:cNvPr id="514" name="Google Shape;514;g3dabb2bcb99_0_1870"/>
          <p:cNvSpPr txBox="1"/>
          <p:nvPr/>
        </p:nvSpPr>
        <p:spPr>
          <a:xfrm>
            <a:off x="1362074" y="1636727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재설정</a:t>
            </a:r>
            <a:endParaRPr/>
          </a:p>
        </p:txBody>
      </p:sp>
      <p:sp>
        <p:nvSpPr>
          <p:cNvPr id="515" name="Google Shape;515;g3dabb2bcb99_0_1870"/>
          <p:cNvSpPr/>
          <p:nvPr/>
        </p:nvSpPr>
        <p:spPr>
          <a:xfrm>
            <a:off x="1358900" y="237654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g3dabb2bcb99_0_1870"/>
          <p:cNvSpPr txBox="1"/>
          <p:nvPr/>
        </p:nvSpPr>
        <p:spPr>
          <a:xfrm>
            <a:off x="1545590" y="2148270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7" name="Google Shape;517;g3dabb2bcb99_0_1870"/>
          <p:cNvSpPr/>
          <p:nvPr/>
        </p:nvSpPr>
        <p:spPr>
          <a:xfrm>
            <a:off x="1545591" y="5054860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찾기</a:t>
            </a:r>
            <a:endParaRPr/>
          </a:p>
        </p:txBody>
      </p:sp>
      <p:sp>
        <p:nvSpPr>
          <p:cNvPr id="518" name="Google Shape;518;g3dabb2bcb99_0_1870"/>
          <p:cNvSpPr txBox="1"/>
          <p:nvPr/>
        </p:nvSpPr>
        <p:spPr>
          <a:xfrm>
            <a:off x="2191068" y="5534761"/>
            <a:ext cx="445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ID를 잊으셨나요? ID 찾기</a:t>
            </a:r>
            <a:endParaRPr/>
          </a:p>
        </p:txBody>
      </p:sp>
      <p:sp>
        <p:nvSpPr>
          <p:cNvPr id="519" name="Google Shape;519;g3dabb2bcb99_0_1870"/>
          <p:cNvSpPr/>
          <p:nvPr/>
        </p:nvSpPr>
        <p:spPr>
          <a:xfrm>
            <a:off x="1358900" y="488843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g3dabb2bcb99_0_1870"/>
          <p:cNvSpPr txBox="1"/>
          <p:nvPr/>
        </p:nvSpPr>
        <p:spPr>
          <a:xfrm>
            <a:off x="2191068" y="5871027"/>
            <a:ext cx="445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회원이 이신가요? 로그인</a:t>
            </a:r>
            <a:endParaRPr/>
          </a:p>
        </p:txBody>
      </p:sp>
      <p:sp>
        <p:nvSpPr>
          <p:cNvPr id="521" name="Google Shape;521;g3dabb2bcb99_0_1870"/>
          <p:cNvSpPr/>
          <p:nvPr/>
        </p:nvSpPr>
        <p:spPr>
          <a:xfrm>
            <a:off x="5487555" y="534010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g3dabb2bcb99_0_1870"/>
          <p:cNvSpPr/>
          <p:nvPr/>
        </p:nvSpPr>
        <p:spPr>
          <a:xfrm>
            <a:off x="5285942" y="569966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3" name="Google Shape;523;g3dabb2bcb99_0_1870"/>
          <p:cNvSpPr/>
          <p:nvPr/>
        </p:nvSpPr>
        <p:spPr>
          <a:xfrm>
            <a:off x="1545590" y="3403536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입력 행</a:t>
            </a:r>
            <a:endParaRPr/>
          </a:p>
        </p:txBody>
      </p:sp>
      <p:sp>
        <p:nvSpPr>
          <p:cNvPr id="524" name="Google Shape;524;g3dabb2bcb99_0_1870"/>
          <p:cNvSpPr txBox="1"/>
          <p:nvPr/>
        </p:nvSpPr>
        <p:spPr>
          <a:xfrm>
            <a:off x="1545589" y="3032061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</a:t>
            </a:r>
            <a:endParaRPr/>
          </a:p>
        </p:txBody>
      </p:sp>
      <p:sp>
        <p:nvSpPr>
          <p:cNvPr id="525" name="Google Shape;525;g3dabb2bcb99_0_1870"/>
          <p:cNvSpPr/>
          <p:nvPr/>
        </p:nvSpPr>
        <p:spPr>
          <a:xfrm>
            <a:off x="1358900" y="322659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abb2bcb99_0_1902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1" name="Google Shape;531;g3dabb2bcb99_0_1902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32" name="Google Shape;532;g3dabb2bcb99_0_1902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533" name="Google Shape;533;g3dabb2bcb99_0_1902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PW 재설정</a:t>
              </a:r>
              <a:endParaRPr/>
            </a:p>
          </p:txBody>
        </p:sp>
        <p:sp>
          <p:nvSpPr>
            <p:cNvPr id="534" name="Google Shape;534;g3dabb2bcb99_0_1902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로그인 화면 &gt; PW 재설정 화면 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5" name="Google Shape;535;g3dabb2bcb99_0_1902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ACCOUNT-03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36" name="Google Shape;536;g3dabb2bcb99_0_1902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7" name="Google Shape;537;g3dabb2bcb99_0_1902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입력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입력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이메일에 PW 재설정 페이지 링크 전송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ID 찾기 페이지로 이동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로그인 페이지로 이동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8" name="Google Shape;538;g3dabb2bcb99_0_1902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9" name="Google Shape;539;g3dabb2bcb99_0_1902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0" name="Google Shape;540;g3dabb2bcb99_0_1902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1" name="Google Shape;541;g3dabb2bcb99_0_1902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2" name="Google Shape;542;g3dabb2bcb99_0_1902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3" name="Google Shape;543;g3dabb2bcb99_0_1902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4" name="Google Shape;544;g3dabb2bcb99_0_1902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5" name="Google Shape;545;g3dabb2bcb99_0_1902"/>
          <p:cNvSpPr/>
          <p:nvPr/>
        </p:nvSpPr>
        <p:spPr>
          <a:xfrm>
            <a:off x="1362075" y="2154436"/>
            <a:ext cx="6115200" cy="4139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6" name="Google Shape;546;g3dabb2bcb99_0_1902"/>
          <p:cNvSpPr/>
          <p:nvPr/>
        </p:nvSpPr>
        <p:spPr>
          <a:xfrm>
            <a:off x="1545591" y="2519745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입력 행</a:t>
            </a:r>
            <a:endParaRPr/>
          </a:p>
        </p:txBody>
      </p:sp>
      <p:sp>
        <p:nvSpPr>
          <p:cNvPr id="547" name="Google Shape;547;g3dabb2bcb99_0_1902"/>
          <p:cNvSpPr txBox="1"/>
          <p:nvPr/>
        </p:nvSpPr>
        <p:spPr>
          <a:xfrm>
            <a:off x="1362074" y="1636727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재설정</a:t>
            </a:r>
            <a:endParaRPr/>
          </a:p>
        </p:txBody>
      </p:sp>
      <p:sp>
        <p:nvSpPr>
          <p:cNvPr id="548" name="Google Shape;548;g3dabb2bcb99_0_1902"/>
          <p:cNvSpPr/>
          <p:nvPr/>
        </p:nvSpPr>
        <p:spPr>
          <a:xfrm>
            <a:off x="1358900" y="237654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9" name="Google Shape;549;g3dabb2bcb99_0_1902"/>
          <p:cNvSpPr txBox="1"/>
          <p:nvPr/>
        </p:nvSpPr>
        <p:spPr>
          <a:xfrm>
            <a:off x="1545590" y="2148270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0" name="Google Shape;550;g3dabb2bcb99_0_1902"/>
          <p:cNvSpPr/>
          <p:nvPr/>
        </p:nvSpPr>
        <p:spPr>
          <a:xfrm>
            <a:off x="1545591" y="5054860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찾기</a:t>
            </a:r>
            <a:endParaRPr/>
          </a:p>
        </p:txBody>
      </p:sp>
      <p:sp>
        <p:nvSpPr>
          <p:cNvPr id="551" name="Google Shape;551;g3dabb2bcb99_0_1902"/>
          <p:cNvSpPr txBox="1"/>
          <p:nvPr/>
        </p:nvSpPr>
        <p:spPr>
          <a:xfrm>
            <a:off x="2191068" y="5534761"/>
            <a:ext cx="445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ID를 잊으셨나요? ID 찾기</a:t>
            </a:r>
            <a:endParaRPr/>
          </a:p>
        </p:txBody>
      </p:sp>
      <p:sp>
        <p:nvSpPr>
          <p:cNvPr id="552" name="Google Shape;552;g3dabb2bcb99_0_1902"/>
          <p:cNvSpPr/>
          <p:nvPr/>
        </p:nvSpPr>
        <p:spPr>
          <a:xfrm>
            <a:off x="1358900" y="488843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3" name="Google Shape;553;g3dabb2bcb99_0_1902"/>
          <p:cNvSpPr txBox="1"/>
          <p:nvPr/>
        </p:nvSpPr>
        <p:spPr>
          <a:xfrm>
            <a:off x="2191068" y="5871027"/>
            <a:ext cx="445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회원이 이신가요? 로그인</a:t>
            </a:r>
            <a:endParaRPr/>
          </a:p>
        </p:txBody>
      </p:sp>
      <p:sp>
        <p:nvSpPr>
          <p:cNvPr id="554" name="Google Shape;554;g3dabb2bcb99_0_1902"/>
          <p:cNvSpPr/>
          <p:nvPr/>
        </p:nvSpPr>
        <p:spPr>
          <a:xfrm>
            <a:off x="5487555" y="534010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5" name="Google Shape;555;g3dabb2bcb99_0_1902"/>
          <p:cNvSpPr/>
          <p:nvPr/>
        </p:nvSpPr>
        <p:spPr>
          <a:xfrm>
            <a:off x="5285942" y="569966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6" name="Google Shape;556;g3dabb2bcb99_0_1902"/>
          <p:cNvSpPr/>
          <p:nvPr/>
        </p:nvSpPr>
        <p:spPr>
          <a:xfrm>
            <a:off x="1545590" y="3403536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입력 행</a:t>
            </a:r>
            <a:endParaRPr/>
          </a:p>
        </p:txBody>
      </p:sp>
      <p:sp>
        <p:nvSpPr>
          <p:cNvPr id="557" name="Google Shape;557;g3dabb2bcb99_0_1902"/>
          <p:cNvSpPr txBox="1"/>
          <p:nvPr/>
        </p:nvSpPr>
        <p:spPr>
          <a:xfrm>
            <a:off x="1545589" y="3032061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</a:t>
            </a:r>
            <a:endParaRPr/>
          </a:p>
        </p:txBody>
      </p:sp>
      <p:sp>
        <p:nvSpPr>
          <p:cNvPr id="558" name="Google Shape;558;g3dabb2bcb99_0_1902"/>
          <p:cNvSpPr/>
          <p:nvPr/>
        </p:nvSpPr>
        <p:spPr>
          <a:xfrm>
            <a:off x="1358900" y="322659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dabb2bcb99_0_1934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4" name="Google Shape;564;g3dabb2bcb99_0_1934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65" name="Google Shape;565;g3dabb2bcb99_0_1934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566" name="Google Shape;566;g3dabb2bcb99_0_1934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PW 재설정 페이지</a:t>
              </a:r>
              <a:endParaRPr/>
            </a:p>
          </p:txBody>
        </p:sp>
        <p:sp>
          <p:nvSpPr>
            <p:cNvPr id="567" name="Google Shape;567;g3dabb2bcb99_0_1934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이메일 재설정 링크</a:t>
              </a:r>
              <a:endParaRPr/>
            </a:p>
          </p:txBody>
        </p:sp>
        <p:sp>
          <p:nvSpPr>
            <p:cNvPr id="568" name="Google Shape;568;g3dabb2bcb99_0_1934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ACCOUNT-04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69" name="Google Shape;569;g3dabb2bcb99_0_1934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0" name="Google Shape;570;g3dabb2bcb99_0_1934"/>
          <p:cNvSpPr txBox="1"/>
          <p:nvPr/>
        </p:nvSpPr>
        <p:spPr>
          <a:xfrm>
            <a:off x="8648699" y="0"/>
            <a:ext cx="3543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확인 입력 행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PW 재설정 후 메인 화면으로 이동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1" name="Google Shape;571;g3dabb2bcb99_0_1934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2" name="Google Shape;572;g3dabb2bcb99_0_1934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3" name="Google Shape;573;g3dabb2bcb99_0_1934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4" name="Google Shape;574;g3dabb2bcb99_0_1934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5" name="Google Shape;575;g3dabb2bcb99_0_1934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6" name="Google Shape;576;g3dabb2bcb99_0_1934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7" name="Google Shape;577;g3dabb2bcb99_0_1934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8" name="Google Shape;578;g3dabb2bcb99_0_1934"/>
          <p:cNvSpPr/>
          <p:nvPr/>
        </p:nvSpPr>
        <p:spPr>
          <a:xfrm>
            <a:off x="1362075" y="2154436"/>
            <a:ext cx="6115200" cy="4139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9" name="Google Shape;579;g3dabb2bcb99_0_1934"/>
          <p:cNvSpPr/>
          <p:nvPr/>
        </p:nvSpPr>
        <p:spPr>
          <a:xfrm>
            <a:off x="1545591" y="2519745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/>
          </a:p>
        </p:txBody>
      </p:sp>
      <p:sp>
        <p:nvSpPr>
          <p:cNvPr id="580" name="Google Shape;580;g3dabb2bcb99_0_1934"/>
          <p:cNvSpPr txBox="1"/>
          <p:nvPr/>
        </p:nvSpPr>
        <p:spPr>
          <a:xfrm>
            <a:off x="1362074" y="1636727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재설정 페이지</a:t>
            </a:r>
            <a:endParaRPr/>
          </a:p>
        </p:txBody>
      </p:sp>
      <p:sp>
        <p:nvSpPr>
          <p:cNvPr id="581" name="Google Shape;581;g3dabb2bcb99_0_1934"/>
          <p:cNvSpPr/>
          <p:nvPr/>
        </p:nvSpPr>
        <p:spPr>
          <a:xfrm>
            <a:off x="1358900" y="237654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2" name="Google Shape;582;g3dabb2bcb99_0_1934"/>
          <p:cNvSpPr txBox="1"/>
          <p:nvPr/>
        </p:nvSpPr>
        <p:spPr>
          <a:xfrm>
            <a:off x="1545590" y="2148270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3" name="Google Shape;583;g3dabb2bcb99_0_1934"/>
          <p:cNvSpPr/>
          <p:nvPr/>
        </p:nvSpPr>
        <p:spPr>
          <a:xfrm>
            <a:off x="1545591" y="5658763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재설정</a:t>
            </a:r>
            <a:endParaRPr/>
          </a:p>
        </p:txBody>
      </p:sp>
      <p:sp>
        <p:nvSpPr>
          <p:cNvPr id="584" name="Google Shape;584;g3dabb2bcb99_0_1934"/>
          <p:cNvSpPr/>
          <p:nvPr/>
        </p:nvSpPr>
        <p:spPr>
          <a:xfrm>
            <a:off x="1358900" y="5492333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5" name="Google Shape;585;g3dabb2bcb99_0_1934"/>
          <p:cNvSpPr/>
          <p:nvPr/>
        </p:nvSpPr>
        <p:spPr>
          <a:xfrm>
            <a:off x="1545590" y="3403536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/>
          </a:p>
        </p:txBody>
      </p:sp>
      <p:sp>
        <p:nvSpPr>
          <p:cNvPr id="586" name="Google Shape;586;g3dabb2bcb99_0_1934"/>
          <p:cNvSpPr txBox="1"/>
          <p:nvPr/>
        </p:nvSpPr>
        <p:spPr>
          <a:xfrm>
            <a:off x="1545589" y="3032061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확인</a:t>
            </a:r>
            <a:endParaRPr/>
          </a:p>
        </p:txBody>
      </p:sp>
      <p:sp>
        <p:nvSpPr>
          <p:cNvPr id="587" name="Google Shape;587;g3dabb2bcb99_0_1934"/>
          <p:cNvSpPr/>
          <p:nvPr/>
        </p:nvSpPr>
        <p:spPr>
          <a:xfrm>
            <a:off x="1358900" y="322659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dabb2bcb99_0_1962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3" name="Google Shape;593;g3dabb2bcb99_0_1962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94" name="Google Shape;594;g3dabb2bcb99_0_1962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595" name="Google Shape;595;g3dabb2bcb99_0_1962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마이페이지</a:t>
              </a:r>
              <a:endParaRPr/>
            </a:p>
          </p:txBody>
        </p:sp>
        <p:sp>
          <p:nvSpPr>
            <p:cNvPr id="596" name="Google Shape;596;g3dabb2bcb99_0_1962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마이페이지</a:t>
              </a:r>
              <a:endParaRPr/>
            </a:p>
          </p:txBody>
        </p:sp>
        <p:sp>
          <p:nvSpPr>
            <p:cNvPr id="597" name="Google Shape;597;g3dabb2bcb99_0_1962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MYP-01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98" name="Google Shape;598;g3dabb2bcb99_0_1962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9" name="Google Shape;599;g3dabb2bcb99_0_1962"/>
          <p:cNvSpPr txBox="1"/>
          <p:nvPr/>
        </p:nvSpPr>
        <p:spPr>
          <a:xfrm>
            <a:off x="8648699" y="0"/>
            <a:ext cx="35433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포인트 잔액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포인트 충전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포인트 환전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회원 탈퇴 페이지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관심 품목 거래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내 정보 수정 페이지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채팅 방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내 경매 페이지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내 중고 거래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540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0" name="Google Shape;600;g3dabb2bcb99_0_1962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" name="Google Shape;601;g3dabb2bcb99_0_1962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" name="Google Shape;602;g3dabb2bcb99_0_1962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3" name="Google Shape;603;g3dabb2bcb99_0_1962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" name="Google Shape;604;g3dabb2bcb99_0_1962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5" name="Google Shape;605;g3dabb2bcb99_0_1962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6" name="Google Shape;606;g3dabb2bcb99_0_1962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7" name="Google Shape;607;g3dabb2bcb99_0_1962"/>
          <p:cNvSpPr/>
          <p:nvPr/>
        </p:nvSpPr>
        <p:spPr>
          <a:xfrm>
            <a:off x="291816" y="2406825"/>
            <a:ext cx="3872700" cy="1505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8" name="Google Shape;608;g3dabb2bcb99_0_1962"/>
          <p:cNvSpPr/>
          <p:nvPr/>
        </p:nvSpPr>
        <p:spPr>
          <a:xfrm>
            <a:off x="359124" y="2764294"/>
            <a:ext cx="3728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포인트 잔액 | 50,000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" name="Google Shape;609;g3dabb2bcb99_0_1962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마이페이지</a:t>
            </a:r>
            <a:endParaRPr/>
          </a:p>
        </p:txBody>
      </p:sp>
      <p:sp>
        <p:nvSpPr>
          <p:cNvPr id="610" name="Google Shape;610;g3dabb2bcb99_0_1962"/>
          <p:cNvSpPr txBox="1"/>
          <p:nvPr/>
        </p:nvSpPr>
        <p:spPr>
          <a:xfrm>
            <a:off x="291814" y="2383774"/>
            <a:ext cx="41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포인트 </a:t>
            </a:r>
            <a:endParaRPr/>
          </a:p>
        </p:txBody>
      </p:sp>
      <p:sp>
        <p:nvSpPr>
          <p:cNvPr id="611" name="Google Shape;611;g3dabb2bcb99_0_1962"/>
          <p:cNvSpPr/>
          <p:nvPr/>
        </p:nvSpPr>
        <p:spPr>
          <a:xfrm>
            <a:off x="359124" y="3318151"/>
            <a:ext cx="1764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포인트 충전</a:t>
            </a:r>
            <a:endParaRPr/>
          </a:p>
        </p:txBody>
      </p:sp>
      <p:sp>
        <p:nvSpPr>
          <p:cNvPr id="612" name="Google Shape;612;g3dabb2bcb99_0_1962"/>
          <p:cNvSpPr/>
          <p:nvPr/>
        </p:nvSpPr>
        <p:spPr>
          <a:xfrm>
            <a:off x="91788" y="222041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3" name="Google Shape;613;g3dabb2bcb99_0_1962"/>
          <p:cNvSpPr/>
          <p:nvPr/>
        </p:nvSpPr>
        <p:spPr>
          <a:xfrm>
            <a:off x="2323468" y="3322610"/>
            <a:ext cx="1764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포인트 환전</a:t>
            </a:r>
            <a:endParaRPr/>
          </a:p>
        </p:txBody>
      </p:sp>
      <p:sp>
        <p:nvSpPr>
          <p:cNvPr id="614" name="Google Shape;614;g3dabb2bcb99_0_1962"/>
          <p:cNvSpPr/>
          <p:nvPr/>
        </p:nvSpPr>
        <p:spPr>
          <a:xfrm>
            <a:off x="4596908" y="2422285"/>
            <a:ext cx="3872700" cy="1505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5" name="Google Shape;615;g3dabb2bcb99_0_1962"/>
          <p:cNvSpPr/>
          <p:nvPr/>
        </p:nvSpPr>
        <p:spPr>
          <a:xfrm>
            <a:off x="4664216" y="2779754"/>
            <a:ext cx="1764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품목 1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6" name="Google Shape;616;g3dabb2bcb99_0_1962"/>
          <p:cNvSpPr txBox="1"/>
          <p:nvPr/>
        </p:nvSpPr>
        <p:spPr>
          <a:xfrm>
            <a:off x="4596906" y="2399234"/>
            <a:ext cx="41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품목</a:t>
            </a:r>
            <a:endParaRPr/>
          </a:p>
        </p:txBody>
      </p:sp>
      <p:sp>
        <p:nvSpPr>
          <p:cNvPr id="617" name="Google Shape;617;g3dabb2bcb99_0_1962"/>
          <p:cNvSpPr/>
          <p:nvPr/>
        </p:nvSpPr>
        <p:spPr>
          <a:xfrm>
            <a:off x="4664216" y="3333611"/>
            <a:ext cx="1764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품목 3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8" name="Google Shape;618;g3dabb2bcb99_0_1962"/>
          <p:cNvSpPr/>
          <p:nvPr/>
        </p:nvSpPr>
        <p:spPr>
          <a:xfrm>
            <a:off x="6628560" y="3338070"/>
            <a:ext cx="1764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품목 4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9" name="Google Shape;619;g3dabb2bcb99_0_1962"/>
          <p:cNvSpPr/>
          <p:nvPr/>
        </p:nvSpPr>
        <p:spPr>
          <a:xfrm>
            <a:off x="6628559" y="2783884"/>
            <a:ext cx="1764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품목 2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0" name="Google Shape;620;g3dabb2bcb99_0_1962"/>
          <p:cNvSpPr/>
          <p:nvPr/>
        </p:nvSpPr>
        <p:spPr>
          <a:xfrm>
            <a:off x="291816" y="4324236"/>
            <a:ext cx="3872700" cy="2085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1" name="Google Shape;621;g3dabb2bcb99_0_1962"/>
          <p:cNvSpPr txBox="1"/>
          <p:nvPr/>
        </p:nvSpPr>
        <p:spPr>
          <a:xfrm>
            <a:off x="291814" y="4301186"/>
            <a:ext cx="41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채팅 </a:t>
            </a:r>
            <a:endParaRPr/>
          </a:p>
        </p:txBody>
      </p:sp>
      <p:sp>
        <p:nvSpPr>
          <p:cNvPr id="622" name="Google Shape;622;g3dabb2bcb99_0_1962"/>
          <p:cNvSpPr/>
          <p:nvPr/>
        </p:nvSpPr>
        <p:spPr>
          <a:xfrm>
            <a:off x="359125" y="4758178"/>
            <a:ext cx="1128900" cy="1566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1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3" name="Google Shape;623;g3dabb2bcb99_0_1962"/>
          <p:cNvSpPr/>
          <p:nvPr/>
        </p:nvSpPr>
        <p:spPr>
          <a:xfrm>
            <a:off x="4619415" y="4324237"/>
            <a:ext cx="3872700" cy="2085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4" name="Google Shape;624;g3dabb2bcb99_0_1962"/>
          <p:cNvSpPr/>
          <p:nvPr/>
        </p:nvSpPr>
        <p:spPr>
          <a:xfrm>
            <a:off x="4779497" y="4681706"/>
            <a:ext cx="3552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경매</a:t>
            </a:r>
            <a:endParaRPr/>
          </a:p>
        </p:txBody>
      </p:sp>
      <p:sp>
        <p:nvSpPr>
          <p:cNvPr id="625" name="Google Shape;625;g3dabb2bcb99_0_1962"/>
          <p:cNvSpPr txBox="1"/>
          <p:nvPr/>
        </p:nvSpPr>
        <p:spPr>
          <a:xfrm>
            <a:off x="4619413" y="4301186"/>
            <a:ext cx="412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거래</a:t>
            </a:r>
            <a:endParaRPr/>
          </a:p>
        </p:txBody>
      </p:sp>
      <p:sp>
        <p:nvSpPr>
          <p:cNvPr id="626" name="Google Shape;626;g3dabb2bcb99_0_1962"/>
          <p:cNvSpPr/>
          <p:nvPr/>
        </p:nvSpPr>
        <p:spPr>
          <a:xfrm>
            <a:off x="1631501" y="4754420"/>
            <a:ext cx="1128900" cy="1566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2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7" name="Google Shape;627;g3dabb2bcb99_0_1962"/>
          <p:cNvSpPr/>
          <p:nvPr/>
        </p:nvSpPr>
        <p:spPr>
          <a:xfrm>
            <a:off x="2903876" y="4750999"/>
            <a:ext cx="1128900" cy="1566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3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8" name="Google Shape;628;g3dabb2bcb99_0_1962"/>
          <p:cNvSpPr/>
          <p:nvPr/>
        </p:nvSpPr>
        <p:spPr>
          <a:xfrm>
            <a:off x="4779497" y="5213305"/>
            <a:ext cx="3552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중고 거래</a:t>
            </a:r>
            <a:endParaRPr/>
          </a:p>
        </p:txBody>
      </p:sp>
      <p:sp>
        <p:nvSpPr>
          <p:cNvPr id="629" name="Google Shape;629;g3dabb2bcb99_0_1962"/>
          <p:cNvSpPr/>
          <p:nvPr/>
        </p:nvSpPr>
        <p:spPr>
          <a:xfrm>
            <a:off x="244682" y="31671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0" name="Google Shape;630;g3dabb2bcb99_0_1962"/>
          <p:cNvSpPr/>
          <p:nvPr/>
        </p:nvSpPr>
        <p:spPr>
          <a:xfrm>
            <a:off x="2232462" y="31671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1" name="Google Shape;631;g3dabb2bcb99_0_1962"/>
          <p:cNvSpPr/>
          <p:nvPr/>
        </p:nvSpPr>
        <p:spPr>
          <a:xfrm>
            <a:off x="4589720" y="269226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2" name="Google Shape;632;g3dabb2bcb99_0_1962"/>
          <p:cNvSpPr/>
          <p:nvPr/>
        </p:nvSpPr>
        <p:spPr>
          <a:xfrm>
            <a:off x="260413" y="463769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3" name="Google Shape;633;g3dabb2bcb99_0_1962"/>
          <p:cNvSpPr/>
          <p:nvPr/>
        </p:nvSpPr>
        <p:spPr>
          <a:xfrm>
            <a:off x="4679725" y="460738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4" name="Google Shape;634;g3dabb2bcb99_0_1962"/>
          <p:cNvSpPr/>
          <p:nvPr/>
        </p:nvSpPr>
        <p:spPr>
          <a:xfrm>
            <a:off x="4696717" y="5106425"/>
            <a:ext cx="384900" cy="3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5" name="Google Shape;635;g3dabb2bcb99_0_1962"/>
          <p:cNvSpPr/>
          <p:nvPr/>
        </p:nvSpPr>
        <p:spPr>
          <a:xfrm>
            <a:off x="6710782" y="1887914"/>
            <a:ext cx="1764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정보 수정</a:t>
            </a:r>
            <a:endParaRPr/>
          </a:p>
        </p:txBody>
      </p:sp>
      <p:sp>
        <p:nvSpPr>
          <p:cNvPr id="636" name="Google Shape;636;g3dabb2bcb99_0_1962"/>
          <p:cNvSpPr/>
          <p:nvPr/>
        </p:nvSpPr>
        <p:spPr>
          <a:xfrm>
            <a:off x="6562090" y="169689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7" name="Google Shape;637;g3dabb2bcb99_0_1962"/>
          <p:cNvSpPr/>
          <p:nvPr/>
        </p:nvSpPr>
        <p:spPr>
          <a:xfrm>
            <a:off x="4789071" y="1883605"/>
            <a:ext cx="1764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탈퇴</a:t>
            </a:r>
            <a:endParaRPr/>
          </a:p>
        </p:txBody>
      </p:sp>
      <p:sp>
        <p:nvSpPr>
          <p:cNvPr id="638" name="Google Shape;638;g3dabb2bcb99_0_1962"/>
          <p:cNvSpPr/>
          <p:nvPr/>
        </p:nvSpPr>
        <p:spPr>
          <a:xfrm>
            <a:off x="4648913" y="1706093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abb2bcb99_0_2012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4" name="Google Shape;644;g3dabb2bcb99_0_2012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45" name="Google Shape;645;g3dabb2bcb99_0_2012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646" name="Google Shape;646;g3dabb2bcb99_0_2012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내 정보 수정을 위한 PW 확인 페이지</a:t>
              </a:r>
              <a:endParaRPr/>
            </a:p>
          </p:txBody>
        </p:sp>
        <p:sp>
          <p:nvSpPr>
            <p:cNvPr id="647" name="Google Shape;647;g3dabb2bcb99_0_2012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마이페이지 &gt; 내 정보 수정</a:t>
              </a:r>
              <a:endParaRPr/>
            </a:p>
          </p:txBody>
        </p:sp>
        <p:sp>
          <p:nvSpPr>
            <p:cNvPr id="648" name="Google Shape;648;g3dabb2bcb99_0_2012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MYP-02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49" name="Google Shape;649;g3dabb2bcb99_0_2012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0" name="Google Shape;650;g3dabb2bcb99_0_2012"/>
          <p:cNvSpPr txBox="1"/>
          <p:nvPr/>
        </p:nvSpPr>
        <p:spPr>
          <a:xfrm>
            <a:off x="8648699" y="0"/>
            <a:ext cx="3543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내 정보 수정 페이지 이동</a:t>
            </a:r>
            <a:endParaRPr/>
          </a:p>
        </p:txBody>
      </p:sp>
      <p:sp>
        <p:nvSpPr>
          <p:cNvPr id="651" name="Google Shape;651;g3dabb2bcb99_0_2012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2" name="Google Shape;652;g3dabb2bcb99_0_2012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3" name="Google Shape;653;g3dabb2bcb99_0_2012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4" name="Google Shape;654;g3dabb2bcb99_0_2012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5" name="Google Shape;655;g3dabb2bcb99_0_2012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6" name="Google Shape;656;g3dabb2bcb99_0_2012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g3dabb2bcb99_0_2012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8" name="Google Shape;658;g3dabb2bcb99_0_2012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정보 수정</a:t>
            </a:r>
            <a:endParaRPr/>
          </a:p>
        </p:txBody>
      </p:sp>
      <p:grpSp>
        <p:nvGrpSpPr>
          <p:cNvPr id="659" name="Google Shape;659;g3dabb2bcb99_0_2012"/>
          <p:cNvGrpSpPr/>
          <p:nvPr/>
        </p:nvGrpSpPr>
        <p:grpSpPr>
          <a:xfrm>
            <a:off x="747639" y="2504806"/>
            <a:ext cx="7344125" cy="3711025"/>
            <a:chOff x="2550467" y="4324237"/>
            <a:chExt cx="4128000" cy="2085900"/>
          </a:xfrm>
        </p:grpSpPr>
        <p:sp>
          <p:nvSpPr>
            <p:cNvPr id="660" name="Google Shape;660;g3dabb2bcb99_0_2012"/>
            <p:cNvSpPr/>
            <p:nvPr/>
          </p:nvSpPr>
          <p:spPr>
            <a:xfrm>
              <a:off x="2550469" y="4324237"/>
              <a:ext cx="3872700" cy="2085900"/>
            </a:xfrm>
            <a:prstGeom prst="roundRect">
              <a:avLst>
                <a:gd fmla="val 5518" name="adj"/>
              </a:avLst>
            </a:prstGeom>
            <a:solidFill>
              <a:schemeClr val="lt2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1" name="Google Shape;661;g3dabb2bcb99_0_2012"/>
            <p:cNvSpPr/>
            <p:nvPr/>
          </p:nvSpPr>
          <p:spPr>
            <a:xfrm>
              <a:off x="2710551" y="4850181"/>
              <a:ext cx="3552600" cy="467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PW 입력 행</a:t>
              </a:r>
              <a:endParaRPr/>
            </a:p>
          </p:txBody>
        </p:sp>
        <p:sp>
          <p:nvSpPr>
            <p:cNvPr id="662" name="Google Shape;662;g3dabb2bcb99_0_2012"/>
            <p:cNvSpPr txBox="1"/>
            <p:nvPr/>
          </p:nvSpPr>
          <p:spPr>
            <a:xfrm>
              <a:off x="2550467" y="4343533"/>
              <a:ext cx="4128000" cy="22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PW 확인</a:t>
              </a:r>
              <a:endParaRPr/>
            </a:p>
          </p:txBody>
        </p:sp>
        <p:sp>
          <p:nvSpPr>
            <p:cNvPr id="663" name="Google Shape;663;g3dabb2bcb99_0_2012"/>
            <p:cNvSpPr/>
            <p:nvPr/>
          </p:nvSpPr>
          <p:spPr>
            <a:xfrm>
              <a:off x="2710551" y="5823623"/>
              <a:ext cx="3552600" cy="467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내 정보 수정</a:t>
              </a:r>
              <a:endParaRPr/>
            </a:p>
          </p:txBody>
        </p:sp>
        <p:sp>
          <p:nvSpPr>
            <p:cNvPr id="664" name="Google Shape;664;g3dabb2bcb99_0_2012"/>
            <p:cNvSpPr/>
            <p:nvPr/>
          </p:nvSpPr>
          <p:spPr>
            <a:xfrm>
              <a:off x="2610779" y="4775861"/>
              <a:ext cx="400200" cy="400200"/>
            </a:xfrm>
            <a:prstGeom prst="ellipse">
              <a:avLst/>
            </a:prstGeom>
            <a:solidFill>
              <a:srgbClr val="548135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 b="1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5" name="Google Shape;665;g3dabb2bcb99_0_2012"/>
            <p:cNvSpPr/>
            <p:nvPr/>
          </p:nvSpPr>
          <p:spPr>
            <a:xfrm>
              <a:off x="2627771" y="5716743"/>
              <a:ext cx="384900" cy="384900"/>
            </a:xfrm>
            <a:prstGeom prst="ellipse">
              <a:avLst/>
            </a:prstGeom>
            <a:solidFill>
              <a:srgbClr val="548135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 b="1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dabb2bcb99_0_2038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1" name="Google Shape;671;g3dabb2bcb99_0_2038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2" name="Google Shape;672;g3dabb2bcb99_0_2038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673" name="Google Shape;673;g3dabb2bcb99_0_2038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내 정보 수정</a:t>
              </a:r>
              <a:endParaRPr/>
            </a:p>
          </p:txBody>
        </p:sp>
        <p:sp>
          <p:nvSpPr>
            <p:cNvPr id="674" name="Google Shape;674;g3dabb2bcb99_0_2038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마이페이지 &gt; 내 정보 수정</a:t>
              </a:r>
              <a:endParaRPr/>
            </a:p>
          </p:txBody>
        </p:sp>
        <p:sp>
          <p:nvSpPr>
            <p:cNvPr id="675" name="Google Shape;675;g3dabb2bcb99_0_2038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MYP-03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76" name="Google Shape;676;g3dabb2bcb99_0_2038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7" name="Google Shape;677;g3dabb2bcb99_0_2038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프로필 용 이미지 업로드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확인 입력 행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주소 입력 행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닉네임 입력 행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내 정보 수정</a:t>
            </a:r>
            <a:endParaRPr/>
          </a:p>
        </p:txBody>
      </p:sp>
      <p:sp>
        <p:nvSpPr>
          <p:cNvPr id="678" name="Google Shape;678;g3dabb2bcb99_0_2038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9" name="Google Shape;679;g3dabb2bcb99_0_2038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0" name="Google Shape;680;g3dabb2bcb99_0_2038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1" name="Google Shape;681;g3dabb2bcb99_0_2038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2" name="Google Shape;682;g3dabb2bcb99_0_2038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3" name="Google Shape;683;g3dabb2bcb99_0_2038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4" name="Google Shape;684;g3dabb2bcb99_0_2038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5" name="Google Shape;685;g3dabb2bcb99_0_2038"/>
          <p:cNvSpPr/>
          <p:nvPr/>
        </p:nvSpPr>
        <p:spPr>
          <a:xfrm>
            <a:off x="747587" y="1727598"/>
            <a:ext cx="6890100" cy="47193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6" name="Google Shape;686;g3dabb2bcb99_0_2038"/>
          <p:cNvSpPr/>
          <p:nvPr/>
        </p:nvSpPr>
        <p:spPr>
          <a:xfrm>
            <a:off x="1032385" y="3012645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/>
          </a:p>
        </p:txBody>
      </p:sp>
      <p:sp>
        <p:nvSpPr>
          <p:cNvPr id="687" name="Google Shape;687;g3dabb2bcb99_0_2038"/>
          <p:cNvSpPr/>
          <p:nvPr/>
        </p:nvSpPr>
        <p:spPr>
          <a:xfrm>
            <a:off x="1032385" y="5920015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정보 수정</a:t>
            </a:r>
            <a:endParaRPr/>
          </a:p>
        </p:txBody>
      </p:sp>
      <p:sp>
        <p:nvSpPr>
          <p:cNvPr id="688" name="Google Shape;688;g3dabb2bcb99_0_2038"/>
          <p:cNvSpPr/>
          <p:nvPr/>
        </p:nvSpPr>
        <p:spPr>
          <a:xfrm>
            <a:off x="747577" y="5702186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9" name="Google Shape;689;g3dabb2bcb99_0_2038"/>
          <p:cNvSpPr/>
          <p:nvPr/>
        </p:nvSpPr>
        <p:spPr>
          <a:xfrm>
            <a:off x="1227456" y="1892617"/>
            <a:ext cx="711600" cy="711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0" name="Google Shape;690;g3dabb2bcb99_0_2038"/>
          <p:cNvSpPr/>
          <p:nvPr/>
        </p:nvSpPr>
        <p:spPr>
          <a:xfrm>
            <a:off x="1993960" y="2000023"/>
            <a:ext cx="1912500" cy="512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업로드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1" name="Google Shape;691;g3dabb2bcb99_0_2038"/>
          <p:cNvSpPr/>
          <p:nvPr/>
        </p:nvSpPr>
        <p:spPr>
          <a:xfrm>
            <a:off x="3550591" y="1578966"/>
            <a:ext cx="711600" cy="711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2" name="Google Shape;692;g3dabb2bcb99_0_2038"/>
          <p:cNvSpPr/>
          <p:nvPr/>
        </p:nvSpPr>
        <p:spPr>
          <a:xfrm>
            <a:off x="1032384" y="3570641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/>
          </a:p>
        </p:txBody>
      </p:sp>
      <p:sp>
        <p:nvSpPr>
          <p:cNvPr id="693" name="Google Shape;693;g3dabb2bcb99_0_2038"/>
          <p:cNvSpPr txBox="1"/>
          <p:nvPr/>
        </p:nvSpPr>
        <p:spPr>
          <a:xfrm>
            <a:off x="747584" y="2604444"/>
            <a:ext cx="73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확인</a:t>
            </a:r>
            <a:endParaRPr/>
          </a:p>
        </p:txBody>
      </p:sp>
      <p:sp>
        <p:nvSpPr>
          <p:cNvPr id="694" name="Google Shape;694;g3dabb2bcb99_0_2038"/>
          <p:cNvSpPr/>
          <p:nvPr/>
        </p:nvSpPr>
        <p:spPr>
          <a:xfrm>
            <a:off x="1032383" y="4325965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주소 입력 행</a:t>
            </a:r>
            <a:endParaRPr/>
          </a:p>
        </p:txBody>
      </p:sp>
      <p:sp>
        <p:nvSpPr>
          <p:cNvPr id="695" name="Google Shape;695;g3dabb2bcb99_0_2038"/>
          <p:cNvSpPr txBox="1"/>
          <p:nvPr/>
        </p:nvSpPr>
        <p:spPr>
          <a:xfrm>
            <a:off x="747578" y="3993956"/>
            <a:ext cx="73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주소 입력</a:t>
            </a:r>
            <a:endParaRPr/>
          </a:p>
        </p:txBody>
      </p:sp>
      <p:sp>
        <p:nvSpPr>
          <p:cNvPr id="696" name="Google Shape;696;g3dabb2bcb99_0_2038"/>
          <p:cNvSpPr/>
          <p:nvPr/>
        </p:nvSpPr>
        <p:spPr>
          <a:xfrm>
            <a:off x="1032382" y="5078408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닉네임 입력 행</a:t>
            </a:r>
            <a:endParaRPr/>
          </a:p>
        </p:txBody>
      </p:sp>
      <p:sp>
        <p:nvSpPr>
          <p:cNvPr id="697" name="Google Shape;697;g3dabb2bcb99_0_2038"/>
          <p:cNvSpPr txBox="1"/>
          <p:nvPr/>
        </p:nvSpPr>
        <p:spPr>
          <a:xfrm>
            <a:off x="747577" y="4746399"/>
            <a:ext cx="73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닉네임 입력</a:t>
            </a:r>
            <a:endParaRPr/>
          </a:p>
        </p:txBody>
      </p:sp>
      <p:sp>
        <p:nvSpPr>
          <p:cNvPr id="698" name="Google Shape;698;g3dabb2bcb99_0_2038"/>
          <p:cNvSpPr/>
          <p:nvPr/>
        </p:nvSpPr>
        <p:spPr>
          <a:xfrm>
            <a:off x="6952986" y="2456968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9" name="Google Shape;699;g3dabb2bcb99_0_2038"/>
          <p:cNvSpPr/>
          <p:nvPr/>
        </p:nvSpPr>
        <p:spPr>
          <a:xfrm>
            <a:off x="6952986" y="3290230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0" name="Google Shape;700;g3dabb2bcb99_0_2038"/>
          <p:cNvSpPr/>
          <p:nvPr/>
        </p:nvSpPr>
        <p:spPr>
          <a:xfrm>
            <a:off x="6952986" y="4011692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1" name="Google Shape;701;g3dabb2bcb99_0_2038"/>
          <p:cNvSpPr/>
          <p:nvPr/>
        </p:nvSpPr>
        <p:spPr>
          <a:xfrm>
            <a:off x="6952986" y="4761254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dabb2bcb99_0_2073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7" name="Google Shape;707;g3dabb2bcb99_0_2073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08" name="Google Shape;708;g3dabb2bcb99_0_2073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709" name="Google Shape;709;g3dabb2bcb99_0_2073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내 관심 품목 수정</a:t>
              </a:r>
              <a:endParaRPr/>
            </a:p>
          </p:txBody>
        </p:sp>
        <p:sp>
          <p:nvSpPr>
            <p:cNvPr id="710" name="Google Shape;710;g3dabb2bcb99_0_2073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마이페이지 &gt; 내 관심 품목 수정</a:t>
              </a:r>
              <a:endParaRPr/>
            </a:p>
          </p:txBody>
        </p:sp>
        <p:sp>
          <p:nvSpPr>
            <p:cNvPr id="711" name="Google Shape;711;g3dabb2bcb99_0_2073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MYP-04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712" name="Google Shape;712;g3dabb2bcb99_0_2073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3" name="Google Shape;713;g3dabb2bcb99_0_2073"/>
          <p:cNvSpPr txBox="1"/>
          <p:nvPr/>
        </p:nvSpPr>
        <p:spPr>
          <a:xfrm>
            <a:off x="8648699" y="0"/>
            <a:ext cx="3543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드롭다운으로 관심 품목 선택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관심 품목 삭제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관심 품목 목록 추가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관심 품목 수정</a:t>
            </a:r>
            <a:endParaRPr/>
          </a:p>
        </p:txBody>
      </p:sp>
      <p:sp>
        <p:nvSpPr>
          <p:cNvPr id="714" name="Google Shape;714;g3dabb2bcb99_0_2073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5" name="Google Shape;715;g3dabb2bcb99_0_2073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6" name="Google Shape;716;g3dabb2bcb99_0_2073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7" name="Google Shape;717;g3dabb2bcb99_0_2073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8" name="Google Shape;718;g3dabb2bcb99_0_2073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9" name="Google Shape;719;g3dabb2bcb99_0_2073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0" name="Google Shape;720;g3dabb2bcb99_0_2073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1" name="Google Shape;721;g3dabb2bcb99_0_2073"/>
          <p:cNvSpPr/>
          <p:nvPr/>
        </p:nvSpPr>
        <p:spPr>
          <a:xfrm>
            <a:off x="747587" y="1727598"/>
            <a:ext cx="6890100" cy="47193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2" name="Google Shape;722;g3dabb2bcb99_0_2073"/>
          <p:cNvSpPr/>
          <p:nvPr/>
        </p:nvSpPr>
        <p:spPr>
          <a:xfrm>
            <a:off x="1032386" y="2201517"/>
            <a:ext cx="46758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품목 ▼</a:t>
            </a:r>
            <a:endParaRPr/>
          </a:p>
        </p:txBody>
      </p:sp>
      <p:sp>
        <p:nvSpPr>
          <p:cNvPr id="723" name="Google Shape;723;g3dabb2bcb99_0_2073"/>
          <p:cNvSpPr/>
          <p:nvPr/>
        </p:nvSpPr>
        <p:spPr>
          <a:xfrm>
            <a:off x="1032385" y="5920015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품목 수정</a:t>
            </a:r>
            <a:endParaRPr/>
          </a:p>
        </p:txBody>
      </p:sp>
      <p:sp>
        <p:nvSpPr>
          <p:cNvPr id="724" name="Google Shape;724;g3dabb2bcb99_0_2073"/>
          <p:cNvSpPr/>
          <p:nvPr/>
        </p:nvSpPr>
        <p:spPr>
          <a:xfrm>
            <a:off x="747577" y="5702186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5" name="Google Shape;725;g3dabb2bcb99_0_2073"/>
          <p:cNvSpPr txBox="1"/>
          <p:nvPr/>
        </p:nvSpPr>
        <p:spPr>
          <a:xfrm>
            <a:off x="747584" y="1747452"/>
            <a:ext cx="73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관심 품목</a:t>
            </a:r>
            <a:endParaRPr/>
          </a:p>
        </p:txBody>
      </p:sp>
      <p:sp>
        <p:nvSpPr>
          <p:cNvPr id="726" name="Google Shape;726;g3dabb2bcb99_0_2073"/>
          <p:cNvSpPr txBox="1"/>
          <p:nvPr/>
        </p:nvSpPr>
        <p:spPr>
          <a:xfrm>
            <a:off x="747577" y="2831544"/>
            <a:ext cx="73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품목 추가</a:t>
            </a:r>
            <a:endParaRPr/>
          </a:p>
        </p:txBody>
      </p:sp>
      <p:sp>
        <p:nvSpPr>
          <p:cNvPr id="727" name="Google Shape;727;g3dabb2bcb99_0_2073"/>
          <p:cNvSpPr/>
          <p:nvPr/>
        </p:nvSpPr>
        <p:spPr>
          <a:xfrm>
            <a:off x="690040" y="1929344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8" name="Google Shape;728;g3dabb2bcb99_0_2073"/>
          <p:cNvSpPr/>
          <p:nvPr/>
        </p:nvSpPr>
        <p:spPr>
          <a:xfrm>
            <a:off x="5833490" y="2201516"/>
            <a:ext cx="15195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</a:t>
            </a:r>
            <a:endParaRPr/>
          </a:p>
        </p:txBody>
      </p:sp>
      <p:sp>
        <p:nvSpPr>
          <p:cNvPr id="729" name="Google Shape;729;g3dabb2bcb99_0_2073"/>
          <p:cNvSpPr/>
          <p:nvPr/>
        </p:nvSpPr>
        <p:spPr>
          <a:xfrm>
            <a:off x="5592703" y="1785067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0" name="Google Shape;730;g3dabb2bcb99_0_2073"/>
          <p:cNvSpPr/>
          <p:nvPr/>
        </p:nvSpPr>
        <p:spPr>
          <a:xfrm>
            <a:off x="3044912" y="2526744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dabb2bcb99_0_2101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6" name="Google Shape;736;g3dabb2bcb99_0_2101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37" name="Google Shape;737;g3dabb2bcb99_0_2101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738" name="Google Shape;738;g3dabb2bcb99_0_2101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회원 탈퇴</a:t>
              </a:r>
              <a:endParaRPr/>
            </a:p>
          </p:txBody>
        </p:sp>
        <p:sp>
          <p:nvSpPr>
            <p:cNvPr id="739" name="Google Shape;739;g3dabb2bcb99_0_2101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마이페이지 &gt; 회원 탈퇴</a:t>
              </a:r>
              <a:endParaRPr/>
            </a:p>
          </p:txBody>
        </p:sp>
        <p:sp>
          <p:nvSpPr>
            <p:cNvPr id="740" name="Google Shape;740;g3dabb2bcb99_0_2101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MYP-05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741" name="Google Shape;741;g3dabb2bcb99_0_2101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2" name="Google Shape;742;g3dabb2bcb99_0_2101"/>
          <p:cNvSpPr txBox="1"/>
          <p:nvPr/>
        </p:nvSpPr>
        <p:spPr>
          <a:xfrm>
            <a:off x="8648699" y="0"/>
            <a:ext cx="3543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회원 탈퇴</a:t>
            </a:r>
            <a:endParaRPr/>
          </a:p>
        </p:txBody>
      </p:sp>
      <p:sp>
        <p:nvSpPr>
          <p:cNvPr id="743" name="Google Shape;743;g3dabb2bcb99_0_2101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4" name="Google Shape;744;g3dabb2bcb99_0_2101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5" name="Google Shape;745;g3dabb2bcb99_0_2101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6" name="Google Shape;746;g3dabb2bcb99_0_2101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7" name="Google Shape;747;g3dabb2bcb99_0_2101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8" name="Google Shape;748;g3dabb2bcb99_0_2101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9" name="Google Shape;749;g3dabb2bcb99_0_2101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0" name="Google Shape;750;g3dabb2bcb99_0_2101"/>
          <p:cNvSpPr/>
          <p:nvPr/>
        </p:nvSpPr>
        <p:spPr>
          <a:xfrm>
            <a:off x="747587" y="1727598"/>
            <a:ext cx="7344000" cy="47193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1" name="Google Shape;751;g3dabb2bcb99_0_2101"/>
          <p:cNvSpPr/>
          <p:nvPr/>
        </p:nvSpPr>
        <p:spPr>
          <a:xfrm>
            <a:off x="1032385" y="5920015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탈퇴</a:t>
            </a:r>
            <a:endParaRPr/>
          </a:p>
        </p:txBody>
      </p:sp>
      <p:sp>
        <p:nvSpPr>
          <p:cNvPr id="752" name="Google Shape;752;g3dabb2bcb99_0_2101"/>
          <p:cNvSpPr/>
          <p:nvPr/>
        </p:nvSpPr>
        <p:spPr>
          <a:xfrm>
            <a:off x="7010530" y="5702186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3" name="Google Shape;753;g3dabb2bcb99_0_2101"/>
          <p:cNvSpPr txBox="1"/>
          <p:nvPr/>
        </p:nvSpPr>
        <p:spPr>
          <a:xfrm>
            <a:off x="747584" y="1747452"/>
            <a:ext cx="73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탈퇴</a:t>
            </a:r>
            <a:endParaRPr/>
          </a:p>
        </p:txBody>
      </p:sp>
      <p:sp>
        <p:nvSpPr>
          <p:cNvPr id="754" name="Google Shape;754;g3dabb2bcb99_0_2101"/>
          <p:cNvSpPr txBox="1"/>
          <p:nvPr/>
        </p:nvSpPr>
        <p:spPr>
          <a:xfrm>
            <a:off x="747577" y="2489267"/>
            <a:ext cx="73440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[회원 탈퇴 전 반드시 확인해 주세요]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algun Gothic"/>
              <a:buAutoNum type="arabicPeriod"/>
            </a:pPr>
            <a:r>
              <a:rPr lang="ko-KR" sz="1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중인 거래가 있을 경우 탈퇴가 불가합니다.현재 입찰 중이거나 진행 중인 경매, 배송 및 정산이 완료되지 않은 중고 거래가 있다면 모든 절차가 완료된 후 탈퇴할 수 있습니다.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판매자의 경우, 아직 정산받지 못한 판매 대금이 없는지 반드시 확인해 주세요.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보유 중인 포인트 및 자산은 모두 소멸됩니다.계정 탈퇴 시 보유하고 계신 포인트, 쿠폰, 매너 온도(신뢰도 점수) 등은 즉시 소멸되며, 재가입 시에도 복구되지 않습니다.</a:t>
            </a:r>
            <a:br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현금으로 출금 가능한 포인트가 있다면, 탈퇴 전 반드시 출금 신청을 진행해 주세요.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algun Gothic"/>
              <a:buAutoNum type="arabicPeriod"/>
            </a:pPr>
            <a:r>
              <a:rPr lang="ko-KR" sz="1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 법령에 따른 결제 및 거래 기록 보관</a:t>
            </a:r>
            <a:endParaRPr sz="1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개인정보는 원칙적으로 탈퇴 시 즉시 파기되지만, '전자상거래 등에서의 소비자보호에 관한 법률' 등 관련 법령에 따라 일부 필수 거래 기록은 아래와 같이 일정 기간 보관 후 파기됩니다.</a:t>
            </a:r>
            <a:endParaRPr/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대금 결제 및 재화 등의 공급에 관한 기록: 5년</a:t>
            </a:r>
            <a:endParaRPr b="0" i="0" sz="10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 또는 청약철회 등에 관한 기록: 5년</a:t>
            </a:r>
            <a:endParaRPr b="0" i="0" sz="10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소비자의 불만 또는 분쟁 처리에 관한 기록: 3년</a:t>
            </a:r>
            <a:endParaRPr/>
          </a:p>
        </p:txBody>
      </p:sp>
      <p:sp>
        <p:nvSpPr>
          <p:cNvPr id="755" name="Google Shape;755;g3dabb2bcb99_0_2101"/>
          <p:cNvSpPr txBox="1"/>
          <p:nvPr/>
        </p:nvSpPr>
        <p:spPr>
          <a:xfrm>
            <a:off x="747577" y="4895945"/>
            <a:ext cx="7344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[  ] 안내 사항을 모두 확인하였으며, 위 내용에 동의합니다.</a:t>
            </a:r>
            <a:endParaRPr sz="1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6" name="Google Shape;756;g3dabb2bcb99_0_2101"/>
          <p:cNvSpPr/>
          <p:nvPr/>
        </p:nvSpPr>
        <p:spPr>
          <a:xfrm>
            <a:off x="1032385" y="5220834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입력 행</a:t>
            </a:r>
            <a:endParaRPr/>
          </a:p>
        </p:txBody>
      </p:sp>
      <p:sp>
        <p:nvSpPr>
          <p:cNvPr id="757" name="Google Shape;757;g3dabb2bcb99_0_2101"/>
          <p:cNvSpPr/>
          <p:nvPr/>
        </p:nvSpPr>
        <p:spPr>
          <a:xfrm>
            <a:off x="7010530" y="4836949"/>
            <a:ext cx="684600" cy="6849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dabb2bcb99_0_2127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3" name="Google Shape;763;g3dabb2bcb99_0_2127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64" name="Google Shape;764;g3dabb2bcb99_0_2127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765" name="Google Shape;765;g3dabb2bcb99_0_2127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관리자 페이지</a:t>
              </a:r>
              <a:endParaRPr/>
            </a:p>
          </p:txBody>
        </p:sp>
        <p:sp>
          <p:nvSpPr>
            <p:cNvPr id="766" name="Google Shape;766;g3dabb2bcb99_0_2127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관리자 페이지</a:t>
              </a:r>
              <a:endParaRPr/>
            </a:p>
          </p:txBody>
        </p:sp>
        <p:sp>
          <p:nvSpPr>
            <p:cNvPr id="767" name="Google Shape;767;g3dabb2bcb99_0_2127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ADM-01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768" name="Google Shape;768;g3dabb2bcb99_0_2127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9" name="Google Shape;769;g3dabb2bcb99_0_2127"/>
          <p:cNvSpPr txBox="1"/>
          <p:nvPr/>
        </p:nvSpPr>
        <p:spPr>
          <a:xfrm>
            <a:off x="8648699" y="0"/>
            <a:ext cx="35433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전체 회원 목록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거래액과 당일 증가 량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가입자 수와 당일 증가 인원 수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진행중인 경매 수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현재까지 거래된 거래 수와 증가 수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신청 경매 목록 중 미 승인 경매 리스트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경매 관리 페이지로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0" name="Google Shape;770;g3dabb2bcb99_0_2127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1" name="Google Shape;771;g3dabb2bcb99_0_2127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2" name="Google Shape;772;g3dabb2bcb99_0_2127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3" name="Google Shape;773;g3dabb2bcb99_0_2127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4" name="Google Shape;774;g3dabb2bcb99_0_2127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5" name="Google Shape;775;g3dabb2bcb99_0_2127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6" name="Google Shape;776;g3dabb2bcb99_0_2127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7" name="Google Shape;777;g3dabb2bcb99_0_2127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관리자 페이지</a:t>
            </a:r>
            <a:endParaRPr/>
          </a:p>
        </p:txBody>
      </p:sp>
      <p:sp>
        <p:nvSpPr>
          <p:cNvPr id="778" name="Google Shape;778;g3dabb2bcb99_0_2127"/>
          <p:cNvSpPr/>
          <p:nvPr/>
        </p:nvSpPr>
        <p:spPr>
          <a:xfrm>
            <a:off x="435122" y="2463707"/>
            <a:ext cx="2192700" cy="98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9" name="Google Shape;779;g3dabb2bcb99_0_2127"/>
          <p:cNvSpPr txBox="1"/>
          <p:nvPr/>
        </p:nvSpPr>
        <p:spPr>
          <a:xfrm>
            <a:off x="435121" y="2449336"/>
            <a:ext cx="13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거래액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0" name="Google Shape;780;g3dabb2bcb99_0_2127"/>
          <p:cNvSpPr/>
          <p:nvPr/>
        </p:nvSpPr>
        <p:spPr>
          <a:xfrm>
            <a:off x="6710782" y="1887914"/>
            <a:ext cx="1764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관리</a:t>
            </a:r>
            <a:endParaRPr/>
          </a:p>
        </p:txBody>
      </p:sp>
      <p:sp>
        <p:nvSpPr>
          <p:cNvPr id="781" name="Google Shape;781;g3dabb2bcb99_0_2127"/>
          <p:cNvSpPr/>
          <p:nvPr/>
        </p:nvSpPr>
        <p:spPr>
          <a:xfrm>
            <a:off x="6562090" y="169689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2" name="Google Shape;782;g3dabb2bcb99_0_2127"/>
          <p:cNvSpPr/>
          <p:nvPr/>
        </p:nvSpPr>
        <p:spPr>
          <a:xfrm>
            <a:off x="3323216" y="2478078"/>
            <a:ext cx="2192700" cy="98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3" name="Google Shape;783;g3dabb2bcb99_0_2127"/>
          <p:cNvSpPr txBox="1"/>
          <p:nvPr/>
        </p:nvSpPr>
        <p:spPr>
          <a:xfrm>
            <a:off x="3323215" y="2463707"/>
            <a:ext cx="13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가입자</a:t>
            </a:r>
            <a:endParaRPr/>
          </a:p>
        </p:txBody>
      </p:sp>
      <p:sp>
        <p:nvSpPr>
          <p:cNvPr id="784" name="Google Shape;784;g3dabb2bcb99_0_2127"/>
          <p:cNvSpPr/>
          <p:nvPr/>
        </p:nvSpPr>
        <p:spPr>
          <a:xfrm>
            <a:off x="6211308" y="2480387"/>
            <a:ext cx="2192700" cy="98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5" name="Google Shape;785;g3dabb2bcb99_0_2127"/>
          <p:cNvSpPr txBox="1"/>
          <p:nvPr/>
        </p:nvSpPr>
        <p:spPr>
          <a:xfrm>
            <a:off x="6211307" y="2466016"/>
            <a:ext cx="1398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진행중인 경매</a:t>
            </a:r>
            <a:endParaRPr/>
          </a:p>
        </p:txBody>
      </p:sp>
      <p:sp>
        <p:nvSpPr>
          <p:cNvPr id="786" name="Google Shape;786;g3dabb2bcb99_0_2127"/>
          <p:cNvSpPr/>
          <p:nvPr/>
        </p:nvSpPr>
        <p:spPr>
          <a:xfrm>
            <a:off x="435120" y="3631764"/>
            <a:ext cx="7968900" cy="98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7" name="Google Shape;787;g3dabb2bcb99_0_2127"/>
          <p:cNvSpPr txBox="1"/>
          <p:nvPr/>
        </p:nvSpPr>
        <p:spPr>
          <a:xfrm>
            <a:off x="435119" y="3617393"/>
            <a:ext cx="13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거래량</a:t>
            </a:r>
            <a:endParaRPr/>
          </a:p>
        </p:txBody>
      </p:sp>
      <p:sp>
        <p:nvSpPr>
          <p:cNvPr id="788" name="Google Shape;788;g3dabb2bcb99_0_2127"/>
          <p:cNvSpPr/>
          <p:nvPr/>
        </p:nvSpPr>
        <p:spPr>
          <a:xfrm>
            <a:off x="435119" y="4794646"/>
            <a:ext cx="7968900" cy="15438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9" name="Google Shape;789;g3dabb2bcb99_0_2127"/>
          <p:cNvSpPr txBox="1"/>
          <p:nvPr/>
        </p:nvSpPr>
        <p:spPr>
          <a:xfrm>
            <a:off x="435118" y="4780275"/>
            <a:ext cx="29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신청 내역 요약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0" name="Google Shape;790;g3dabb2bcb99_0_2127"/>
          <p:cNvSpPr/>
          <p:nvPr/>
        </p:nvSpPr>
        <p:spPr>
          <a:xfrm>
            <a:off x="1032385" y="5220834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1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1" name="Google Shape;791;g3dabb2bcb99_0_2127"/>
          <p:cNvSpPr/>
          <p:nvPr/>
        </p:nvSpPr>
        <p:spPr>
          <a:xfrm>
            <a:off x="1039745" y="5766409"/>
            <a:ext cx="632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경매2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2" name="Google Shape;792;g3dabb2bcb99_0_2127"/>
          <p:cNvSpPr/>
          <p:nvPr/>
        </p:nvSpPr>
        <p:spPr>
          <a:xfrm>
            <a:off x="298307" y="226596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3" name="Google Shape;793;g3dabb2bcb99_0_2127"/>
          <p:cNvSpPr/>
          <p:nvPr/>
        </p:nvSpPr>
        <p:spPr>
          <a:xfrm>
            <a:off x="3158080" y="230998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4" name="Google Shape;794;g3dabb2bcb99_0_2127"/>
          <p:cNvSpPr/>
          <p:nvPr/>
        </p:nvSpPr>
        <p:spPr>
          <a:xfrm>
            <a:off x="6082979" y="2292733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5" name="Google Shape;795;g3dabb2bcb99_0_2127"/>
          <p:cNvSpPr/>
          <p:nvPr/>
        </p:nvSpPr>
        <p:spPr>
          <a:xfrm>
            <a:off x="298307" y="350331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6" name="Google Shape;796;g3dabb2bcb99_0_2127"/>
          <p:cNvSpPr/>
          <p:nvPr/>
        </p:nvSpPr>
        <p:spPr>
          <a:xfrm>
            <a:off x="298307" y="46876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7" name="Google Shape;797;g3dabb2bcb99_0_2127"/>
          <p:cNvSpPr/>
          <p:nvPr/>
        </p:nvSpPr>
        <p:spPr>
          <a:xfrm>
            <a:off x="6962140" y="4844430"/>
            <a:ext cx="1227900" cy="325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보기</a:t>
            </a:r>
            <a:endParaRPr/>
          </a:p>
        </p:txBody>
      </p:sp>
      <p:sp>
        <p:nvSpPr>
          <p:cNvPr id="798" name="Google Shape;798;g3dabb2bcb99_0_2127"/>
          <p:cNvSpPr/>
          <p:nvPr/>
        </p:nvSpPr>
        <p:spPr>
          <a:xfrm>
            <a:off x="6794151" y="468105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dabb2bcb99_0_2167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4" name="Google Shape;804;g3dabb2bcb99_0_2167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05" name="Google Shape;805;g3dabb2bcb99_0_2167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806" name="Google Shape;806;g3dabb2bcb99_0_2167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회원 관리 페이지</a:t>
              </a:r>
              <a:endParaRPr/>
            </a:p>
          </p:txBody>
        </p:sp>
        <p:sp>
          <p:nvSpPr>
            <p:cNvPr id="807" name="Google Shape;807;g3dabb2bcb99_0_2167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관리자 페이지 &gt; 회원 관리 페이지</a:t>
              </a:r>
              <a:endParaRPr/>
            </a:p>
          </p:txBody>
        </p:sp>
        <p:sp>
          <p:nvSpPr>
            <p:cNvPr id="808" name="Google Shape;808;g3dabb2bcb99_0_2167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ADM-02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809" name="Google Shape;809;g3dabb2bcb99_0_2167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0" name="Google Shape;810;g3dabb2bcb99_0_2167"/>
          <p:cNvSpPr txBox="1"/>
          <p:nvPr/>
        </p:nvSpPr>
        <p:spPr>
          <a:xfrm>
            <a:off x="8648699" y="0"/>
            <a:ext cx="35433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회원 수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당일 신규 가입자 수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회원 리스트(10개씩)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회원 상세 정보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ID로 검색 시 해당 회원리스트만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상세 정보 출력 및 권한 변경, 강제 탈퇴 기능</a:t>
            </a:r>
            <a:endParaRPr/>
          </a:p>
        </p:txBody>
      </p:sp>
      <p:sp>
        <p:nvSpPr>
          <p:cNvPr id="811" name="Google Shape;811;g3dabb2bcb99_0_2167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2" name="Google Shape;812;g3dabb2bcb99_0_2167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3" name="Google Shape;813;g3dabb2bcb99_0_2167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4" name="Google Shape;814;g3dabb2bcb99_0_2167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5" name="Google Shape;815;g3dabb2bcb99_0_2167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6" name="Google Shape;816;g3dabb2bcb99_0_2167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7" name="Google Shape;817;g3dabb2bcb99_0_2167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8" name="Google Shape;818;g3dabb2bcb99_0_2167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관리 페이지</a:t>
            </a:r>
            <a:endParaRPr/>
          </a:p>
        </p:txBody>
      </p:sp>
      <p:sp>
        <p:nvSpPr>
          <p:cNvPr id="819" name="Google Shape;819;g3dabb2bcb99_0_2167"/>
          <p:cNvSpPr/>
          <p:nvPr/>
        </p:nvSpPr>
        <p:spPr>
          <a:xfrm>
            <a:off x="435122" y="2463707"/>
            <a:ext cx="2192700" cy="98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0" name="Google Shape;820;g3dabb2bcb99_0_2167"/>
          <p:cNvSpPr txBox="1"/>
          <p:nvPr/>
        </p:nvSpPr>
        <p:spPr>
          <a:xfrm>
            <a:off x="435121" y="2449336"/>
            <a:ext cx="13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회원수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1" name="Google Shape;821;g3dabb2bcb99_0_2167"/>
          <p:cNvSpPr/>
          <p:nvPr/>
        </p:nvSpPr>
        <p:spPr>
          <a:xfrm>
            <a:off x="2892986" y="2478078"/>
            <a:ext cx="2192700" cy="98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2" name="Google Shape;822;g3dabb2bcb99_0_2167"/>
          <p:cNvSpPr txBox="1"/>
          <p:nvPr/>
        </p:nvSpPr>
        <p:spPr>
          <a:xfrm>
            <a:off x="2892985" y="2463707"/>
            <a:ext cx="15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가입자</a:t>
            </a:r>
            <a:endParaRPr/>
          </a:p>
        </p:txBody>
      </p:sp>
      <p:sp>
        <p:nvSpPr>
          <p:cNvPr id="823" name="Google Shape;823;g3dabb2bcb99_0_2167"/>
          <p:cNvSpPr/>
          <p:nvPr/>
        </p:nvSpPr>
        <p:spPr>
          <a:xfrm>
            <a:off x="435120" y="3631764"/>
            <a:ext cx="5595000" cy="2805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4" name="Google Shape;824;g3dabb2bcb99_0_2167"/>
          <p:cNvSpPr txBox="1"/>
          <p:nvPr/>
        </p:nvSpPr>
        <p:spPr>
          <a:xfrm>
            <a:off x="435119" y="3617393"/>
            <a:ext cx="49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회원 리스트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5" name="Google Shape;825;g3dabb2bcb99_0_2167"/>
          <p:cNvSpPr/>
          <p:nvPr/>
        </p:nvSpPr>
        <p:spPr>
          <a:xfrm>
            <a:off x="298307" y="226596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6" name="Google Shape;826;g3dabb2bcb99_0_2167"/>
          <p:cNvSpPr/>
          <p:nvPr/>
        </p:nvSpPr>
        <p:spPr>
          <a:xfrm>
            <a:off x="2727850" y="230998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7" name="Google Shape;827;g3dabb2bcb99_0_2167"/>
          <p:cNvSpPr/>
          <p:nvPr/>
        </p:nvSpPr>
        <p:spPr>
          <a:xfrm>
            <a:off x="298307" y="350331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8" name="Google Shape;828;g3dabb2bcb99_0_2167"/>
          <p:cNvSpPr/>
          <p:nvPr/>
        </p:nvSpPr>
        <p:spPr>
          <a:xfrm>
            <a:off x="6310124" y="3617393"/>
            <a:ext cx="2156700" cy="2805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9" name="Google Shape;829;g3dabb2bcb99_0_2167"/>
          <p:cNvSpPr txBox="1"/>
          <p:nvPr/>
        </p:nvSpPr>
        <p:spPr>
          <a:xfrm>
            <a:off x="6274845" y="3631764"/>
            <a:ext cx="19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상세 정보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0" name="Google Shape;830;g3dabb2bcb99_0_2167"/>
          <p:cNvSpPr/>
          <p:nvPr/>
        </p:nvSpPr>
        <p:spPr>
          <a:xfrm>
            <a:off x="698357" y="4131581"/>
            <a:ext cx="494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1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1" name="Google Shape;831;g3dabb2bcb99_0_2167"/>
          <p:cNvSpPr/>
          <p:nvPr/>
        </p:nvSpPr>
        <p:spPr>
          <a:xfrm>
            <a:off x="698357" y="4694662"/>
            <a:ext cx="494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2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2" name="Google Shape;832;g3dabb2bcb99_0_2167"/>
          <p:cNvSpPr/>
          <p:nvPr/>
        </p:nvSpPr>
        <p:spPr>
          <a:xfrm>
            <a:off x="698357" y="5292140"/>
            <a:ext cx="494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3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3" name="Google Shape;833;g3dabb2bcb99_0_2167"/>
          <p:cNvSpPr/>
          <p:nvPr/>
        </p:nvSpPr>
        <p:spPr>
          <a:xfrm>
            <a:off x="698357" y="5894731"/>
            <a:ext cx="494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4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4" name="Google Shape;834;g3dabb2bcb99_0_2167"/>
          <p:cNvSpPr/>
          <p:nvPr/>
        </p:nvSpPr>
        <p:spPr>
          <a:xfrm>
            <a:off x="4509167" y="3667034"/>
            <a:ext cx="1129500" cy="38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5" name="Google Shape;835;g3dabb2bcb99_0_2167"/>
          <p:cNvSpPr/>
          <p:nvPr/>
        </p:nvSpPr>
        <p:spPr>
          <a:xfrm>
            <a:off x="578206" y="393714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6" name="Google Shape;836;g3dabb2bcb99_0_2167"/>
          <p:cNvSpPr/>
          <p:nvPr/>
        </p:nvSpPr>
        <p:spPr>
          <a:xfrm>
            <a:off x="4365533" y="349958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7" name="Google Shape;837;g3dabb2bcb99_0_2167"/>
          <p:cNvSpPr/>
          <p:nvPr/>
        </p:nvSpPr>
        <p:spPr>
          <a:xfrm>
            <a:off x="6241742" y="346213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dabb2bcb99_0_2205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3" name="Google Shape;843;g3dabb2bcb99_0_2205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44" name="Google Shape;844;g3dabb2bcb99_0_2205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845" name="Google Shape;845;g3dabb2bcb99_0_2205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경매 관리 페이지</a:t>
              </a:r>
              <a:endParaRPr/>
            </a:p>
          </p:txBody>
        </p:sp>
        <p:sp>
          <p:nvSpPr>
            <p:cNvPr id="846" name="Google Shape;846;g3dabb2bcb99_0_2205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관리자 페이지 &gt; 경매 관리 페이지</a:t>
              </a:r>
              <a:endParaRPr/>
            </a:p>
          </p:txBody>
        </p:sp>
        <p:sp>
          <p:nvSpPr>
            <p:cNvPr id="847" name="Google Shape;847;g3dabb2bcb99_0_2205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ADM-03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848" name="Google Shape;848;g3dabb2bcb99_0_2205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9" name="Google Shape;849;g3dabb2bcb99_0_2205"/>
          <p:cNvSpPr txBox="1"/>
          <p:nvPr/>
        </p:nvSpPr>
        <p:spPr>
          <a:xfrm>
            <a:off x="8648699" y="0"/>
            <a:ext cx="35433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회원 수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당일 신규 가입자 수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회원 리스트(10개씩)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회원 상세 정보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ID로 검색 시 해당 회원리스트만 출력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상세 정보 출력 및 권한 변경, 강제 탈퇴 기능</a:t>
            </a:r>
            <a:endParaRPr/>
          </a:p>
        </p:txBody>
      </p:sp>
      <p:sp>
        <p:nvSpPr>
          <p:cNvPr id="850" name="Google Shape;850;g3dabb2bcb99_0_2205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1" name="Google Shape;851;g3dabb2bcb99_0_2205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2" name="Google Shape;852;g3dabb2bcb99_0_2205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3" name="Google Shape;853;g3dabb2bcb99_0_2205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4" name="Google Shape;854;g3dabb2bcb99_0_2205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5" name="Google Shape;855;g3dabb2bcb99_0_2205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6" name="Google Shape;856;g3dabb2bcb99_0_2205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7" name="Google Shape;857;g3dabb2bcb99_0_2205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관리 페이지</a:t>
            </a:r>
            <a:endParaRPr/>
          </a:p>
        </p:txBody>
      </p:sp>
      <p:sp>
        <p:nvSpPr>
          <p:cNvPr id="858" name="Google Shape;858;g3dabb2bcb99_0_2205"/>
          <p:cNvSpPr/>
          <p:nvPr/>
        </p:nvSpPr>
        <p:spPr>
          <a:xfrm>
            <a:off x="435122" y="2463707"/>
            <a:ext cx="2192700" cy="98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9" name="Google Shape;859;g3dabb2bcb99_0_2205"/>
          <p:cNvSpPr txBox="1"/>
          <p:nvPr/>
        </p:nvSpPr>
        <p:spPr>
          <a:xfrm>
            <a:off x="435121" y="2449336"/>
            <a:ext cx="13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회원수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0" name="Google Shape;860;g3dabb2bcb99_0_2205"/>
          <p:cNvSpPr/>
          <p:nvPr/>
        </p:nvSpPr>
        <p:spPr>
          <a:xfrm>
            <a:off x="2892986" y="2478078"/>
            <a:ext cx="2192700" cy="98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1" name="Google Shape;861;g3dabb2bcb99_0_2205"/>
          <p:cNvSpPr txBox="1"/>
          <p:nvPr/>
        </p:nvSpPr>
        <p:spPr>
          <a:xfrm>
            <a:off x="2892985" y="2463707"/>
            <a:ext cx="15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가입자</a:t>
            </a:r>
            <a:endParaRPr/>
          </a:p>
        </p:txBody>
      </p:sp>
      <p:sp>
        <p:nvSpPr>
          <p:cNvPr id="862" name="Google Shape;862;g3dabb2bcb99_0_2205"/>
          <p:cNvSpPr/>
          <p:nvPr/>
        </p:nvSpPr>
        <p:spPr>
          <a:xfrm>
            <a:off x="435120" y="3631764"/>
            <a:ext cx="5595000" cy="2805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3" name="Google Shape;863;g3dabb2bcb99_0_2205"/>
          <p:cNvSpPr txBox="1"/>
          <p:nvPr/>
        </p:nvSpPr>
        <p:spPr>
          <a:xfrm>
            <a:off x="435119" y="3617393"/>
            <a:ext cx="49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회원 리스트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4" name="Google Shape;864;g3dabb2bcb99_0_2205"/>
          <p:cNvSpPr/>
          <p:nvPr/>
        </p:nvSpPr>
        <p:spPr>
          <a:xfrm>
            <a:off x="298307" y="226596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5" name="Google Shape;865;g3dabb2bcb99_0_2205"/>
          <p:cNvSpPr/>
          <p:nvPr/>
        </p:nvSpPr>
        <p:spPr>
          <a:xfrm>
            <a:off x="2727850" y="230998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6" name="Google Shape;866;g3dabb2bcb99_0_2205"/>
          <p:cNvSpPr/>
          <p:nvPr/>
        </p:nvSpPr>
        <p:spPr>
          <a:xfrm>
            <a:off x="298307" y="350331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7" name="Google Shape;867;g3dabb2bcb99_0_2205"/>
          <p:cNvSpPr/>
          <p:nvPr/>
        </p:nvSpPr>
        <p:spPr>
          <a:xfrm>
            <a:off x="6310124" y="3617393"/>
            <a:ext cx="2156700" cy="2805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8" name="Google Shape;868;g3dabb2bcb99_0_2205"/>
          <p:cNvSpPr txBox="1"/>
          <p:nvPr/>
        </p:nvSpPr>
        <p:spPr>
          <a:xfrm>
            <a:off x="6274845" y="3631764"/>
            <a:ext cx="19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상세 정보</a:t>
            </a:r>
            <a:endParaRPr sz="20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9" name="Google Shape;869;g3dabb2bcb99_0_2205"/>
          <p:cNvSpPr/>
          <p:nvPr/>
        </p:nvSpPr>
        <p:spPr>
          <a:xfrm>
            <a:off x="698357" y="4131581"/>
            <a:ext cx="494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1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0" name="Google Shape;870;g3dabb2bcb99_0_2205"/>
          <p:cNvSpPr/>
          <p:nvPr/>
        </p:nvSpPr>
        <p:spPr>
          <a:xfrm>
            <a:off x="698357" y="4694662"/>
            <a:ext cx="494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2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1" name="Google Shape;871;g3dabb2bcb99_0_2205"/>
          <p:cNvSpPr/>
          <p:nvPr/>
        </p:nvSpPr>
        <p:spPr>
          <a:xfrm>
            <a:off x="698357" y="5292140"/>
            <a:ext cx="494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3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2" name="Google Shape;872;g3dabb2bcb99_0_2205"/>
          <p:cNvSpPr/>
          <p:nvPr/>
        </p:nvSpPr>
        <p:spPr>
          <a:xfrm>
            <a:off x="698357" y="5894731"/>
            <a:ext cx="4940400" cy="453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4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3" name="Google Shape;873;g3dabb2bcb99_0_2205"/>
          <p:cNvSpPr/>
          <p:nvPr/>
        </p:nvSpPr>
        <p:spPr>
          <a:xfrm>
            <a:off x="4509167" y="3667034"/>
            <a:ext cx="1129500" cy="38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4" name="Google Shape;874;g3dabb2bcb99_0_2205"/>
          <p:cNvSpPr/>
          <p:nvPr/>
        </p:nvSpPr>
        <p:spPr>
          <a:xfrm>
            <a:off x="578206" y="393714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5" name="Google Shape;875;g3dabb2bcb99_0_2205"/>
          <p:cNvSpPr/>
          <p:nvPr/>
        </p:nvSpPr>
        <p:spPr>
          <a:xfrm>
            <a:off x="4365533" y="349958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6" name="Google Shape;876;g3dabb2bcb99_0_2205"/>
          <p:cNvSpPr/>
          <p:nvPr/>
        </p:nvSpPr>
        <p:spPr>
          <a:xfrm>
            <a:off x="6241742" y="346213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dabb2bcb99_0_1133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2" name="Google Shape;882;g3dabb2bcb99_0_1133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83" name="Google Shape;883;g3dabb2bcb99_0_1133"/>
          <p:cNvGrpSpPr/>
          <p:nvPr/>
        </p:nvGrpSpPr>
        <p:grpSpPr>
          <a:xfrm>
            <a:off x="180972" y="304919"/>
            <a:ext cx="8467725" cy="1254116"/>
            <a:chOff x="180976" y="304919"/>
            <a:chExt cx="8467725" cy="1254116"/>
          </a:xfrm>
        </p:grpSpPr>
        <p:sp>
          <p:nvSpPr>
            <p:cNvPr id="884" name="Google Shape;884;g3dabb2bcb99_0_1133"/>
            <p:cNvSpPr txBox="1"/>
            <p:nvPr/>
          </p:nvSpPr>
          <p:spPr>
            <a:xfrm>
              <a:off x="180976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상품 등록 화면 (중고거래)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5" name="Google Shape;885;g3dabb2bcb99_0_1133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중고거래 상품 목록 화면 &gt; 상품 등록 화면 (중고거래)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6" name="Google Shape;886;g3dabb2bcb99_0_1133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PRODUCT-01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887" name="Google Shape;887;g3dabb2bcb99_0_1133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8" name="Google Shape;888;g3dabb2bcb99_0_1133"/>
          <p:cNvSpPr txBox="1"/>
          <p:nvPr/>
        </p:nvSpPr>
        <p:spPr>
          <a:xfrm>
            <a:off x="8648699" y="0"/>
            <a:ext cx="35433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상품 기본정보 등록 창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(상품이미지 선택가능,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카테고리설정은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 여러 개로 단계별 구현)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중고거래 관련 정보 입력 창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(카카오맵 api사용해서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원하는 거래장소 지정가능)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클릭시 중고거래 상품목록화면으로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9" name="Google Shape;889;g3dabb2bcb99_0_1133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0" name="Google Shape;890;g3dabb2bcb99_0_1133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1" name="Google Shape;891;g3dabb2bcb99_0_1133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2" name="Google Shape;892;g3dabb2bcb99_0_1133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3" name="Google Shape;893;g3dabb2bcb99_0_1133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4" name="Google Shape;894;g3dabb2bcb99_0_1133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5" name="Google Shape;895;g3dabb2bcb99_0_1133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6" name="Google Shape;896;g3dabb2bcb99_0_1133"/>
          <p:cNvSpPr/>
          <p:nvPr/>
        </p:nvSpPr>
        <p:spPr>
          <a:xfrm>
            <a:off x="1362075" y="298132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7" name="Google Shape;897;g3dabb2bcb99_0_1133"/>
          <p:cNvSpPr/>
          <p:nvPr/>
        </p:nvSpPr>
        <p:spPr>
          <a:xfrm>
            <a:off x="1641475" y="3332480"/>
            <a:ext cx="1046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라벨</a:t>
            </a:r>
            <a:endParaRPr/>
          </a:p>
        </p:txBody>
      </p:sp>
      <p:sp>
        <p:nvSpPr>
          <p:cNvPr id="898" name="Google Shape;898;g3dabb2bcb99_0_1133"/>
          <p:cNvSpPr/>
          <p:nvPr/>
        </p:nvSpPr>
        <p:spPr>
          <a:xfrm>
            <a:off x="3119755" y="3332480"/>
            <a:ext cx="4170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입력창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9" name="Google Shape;899;g3dabb2bcb99_0_1133"/>
          <p:cNvSpPr/>
          <p:nvPr/>
        </p:nvSpPr>
        <p:spPr>
          <a:xfrm>
            <a:off x="1641475" y="4002385"/>
            <a:ext cx="1046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라벨</a:t>
            </a:r>
            <a:endParaRPr/>
          </a:p>
        </p:txBody>
      </p:sp>
      <p:sp>
        <p:nvSpPr>
          <p:cNvPr id="900" name="Google Shape;900;g3dabb2bcb99_0_1133"/>
          <p:cNvSpPr/>
          <p:nvPr/>
        </p:nvSpPr>
        <p:spPr>
          <a:xfrm>
            <a:off x="1641475" y="4612302"/>
            <a:ext cx="5649000" cy="833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입력창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01" name="Google Shape;901;g3dabb2bcb99_0_1133"/>
          <p:cNvGrpSpPr/>
          <p:nvPr/>
        </p:nvGrpSpPr>
        <p:grpSpPr>
          <a:xfrm>
            <a:off x="5897245" y="5943282"/>
            <a:ext cx="1579940" cy="335400"/>
            <a:chOff x="5842000" y="5943600"/>
            <a:chExt cx="1579940" cy="335400"/>
          </a:xfrm>
        </p:grpSpPr>
        <p:sp>
          <p:nvSpPr>
            <p:cNvPr id="902" name="Google Shape;902;g3dabb2bcb99_0_1133"/>
            <p:cNvSpPr/>
            <p:nvPr/>
          </p:nvSpPr>
          <p:spPr>
            <a:xfrm>
              <a:off x="5842000" y="59436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/>
            </a:p>
          </p:txBody>
        </p:sp>
        <p:sp>
          <p:nvSpPr>
            <p:cNvPr id="903" name="Google Shape;903;g3dabb2bcb99_0_1133"/>
            <p:cNvSpPr/>
            <p:nvPr/>
          </p:nvSpPr>
          <p:spPr>
            <a:xfrm>
              <a:off x="6720840" y="59436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</a:t>
              </a:r>
              <a:endParaRPr/>
            </a:p>
          </p:txBody>
        </p:sp>
      </p:grpSp>
      <p:sp>
        <p:nvSpPr>
          <p:cNvPr id="904" name="Google Shape;904;g3dabb2bcb99_0_1133"/>
          <p:cNvSpPr txBox="1"/>
          <p:nvPr/>
        </p:nvSpPr>
        <p:spPr>
          <a:xfrm>
            <a:off x="2239010" y="1886922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중고거래 상품 등록 </a:t>
            </a:r>
            <a:endParaRPr/>
          </a:p>
        </p:txBody>
      </p:sp>
      <p:sp>
        <p:nvSpPr>
          <p:cNvPr id="905" name="Google Shape;905;g3dabb2bcb99_0_1133"/>
          <p:cNvSpPr txBox="1"/>
          <p:nvPr/>
        </p:nvSpPr>
        <p:spPr>
          <a:xfrm>
            <a:off x="2239009" y="2414915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중고거래 제목 설명</a:t>
            </a:r>
            <a:endParaRPr/>
          </a:p>
        </p:txBody>
      </p:sp>
      <p:sp>
        <p:nvSpPr>
          <p:cNvPr id="906" name="Google Shape;906;g3dabb2bcb99_0_1133"/>
          <p:cNvSpPr/>
          <p:nvPr/>
        </p:nvSpPr>
        <p:spPr>
          <a:xfrm>
            <a:off x="1362074" y="31195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7" name="Google Shape;907;g3dabb2bcb99_0_1133"/>
          <p:cNvSpPr/>
          <p:nvPr/>
        </p:nvSpPr>
        <p:spPr>
          <a:xfrm>
            <a:off x="1362074" y="383595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8" name="Google Shape;908;g3dabb2bcb99_0_1133"/>
          <p:cNvSpPr/>
          <p:nvPr/>
        </p:nvSpPr>
        <p:spPr>
          <a:xfrm>
            <a:off x="6598285" y="569916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dabb2bcb99_0_1164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4" name="Google Shape;914;g3dabb2bcb99_0_1164"/>
          <p:cNvSpPr/>
          <p:nvPr/>
        </p:nvSpPr>
        <p:spPr>
          <a:xfrm>
            <a:off x="190500" y="1615827"/>
            <a:ext cx="8458200" cy="52422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15" name="Google Shape;915;g3dabb2bcb99_0_1164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916" name="Google Shape;916;g3dabb2bcb99_0_1164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중고거래 상품 목록 화면</a:t>
              </a:r>
              <a:endParaRPr/>
            </a:p>
          </p:txBody>
        </p:sp>
        <p:sp>
          <p:nvSpPr>
            <p:cNvPr id="917" name="Google Shape;917;g3dabb2bcb99_0_1164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중고거래 상품 목록 화면</a:t>
              </a:r>
              <a:endParaRPr/>
            </a:p>
          </p:txBody>
        </p:sp>
        <p:sp>
          <p:nvSpPr>
            <p:cNvPr id="918" name="Google Shape;918;g3dabb2bcb99_0_1164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PRODUCT-02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919" name="Google Shape;919;g3dabb2bcb99_0_1164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0" name="Google Shape;920;g3dabb2bcb99_0_1164"/>
          <p:cNvSpPr txBox="1"/>
          <p:nvPr/>
        </p:nvSpPr>
        <p:spPr>
          <a:xfrm>
            <a:off x="8648699" y="0"/>
            <a:ext cx="35433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b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상품명으로 검색가능</a:t>
            </a:r>
            <a:b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상품 카드형 설명.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카드상단은 상품 이미지,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하단에 상품 관련 간단정보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클릭 시 상품 상세로 이동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 시 중고거래 상품 생성 화면으로 이동</a:t>
            </a:r>
            <a:endParaRPr/>
          </a:p>
        </p:txBody>
      </p:sp>
      <p:sp>
        <p:nvSpPr>
          <p:cNvPr id="921" name="Google Shape;921;g3dabb2bcb99_0_1164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2" name="Google Shape;922;g3dabb2bcb99_0_1164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3" name="Google Shape;923;g3dabb2bcb99_0_1164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4" name="Google Shape;924;g3dabb2bcb99_0_1164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5" name="Google Shape;925;g3dabb2bcb99_0_1164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6" name="Google Shape;926;g3dabb2bcb99_0_1164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7" name="Google Shape;927;g3dabb2bcb99_0_1164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8" name="Google Shape;928;g3dabb2bcb99_0_1164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중고거래 상품 목록</a:t>
            </a:r>
            <a:endParaRPr/>
          </a:p>
        </p:txBody>
      </p:sp>
      <p:sp>
        <p:nvSpPr>
          <p:cNvPr id="929" name="Google Shape;929;g3dabb2bcb99_0_1164"/>
          <p:cNvSpPr txBox="1"/>
          <p:nvPr/>
        </p:nvSpPr>
        <p:spPr>
          <a:xfrm>
            <a:off x="1362073" y="2411598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설명</a:t>
            </a:r>
            <a:endParaRPr/>
          </a:p>
        </p:txBody>
      </p:sp>
      <p:grpSp>
        <p:nvGrpSpPr>
          <p:cNvPr id="930" name="Google Shape;930;g3dabb2bcb99_0_1164"/>
          <p:cNvGrpSpPr/>
          <p:nvPr/>
        </p:nvGrpSpPr>
        <p:grpSpPr>
          <a:xfrm>
            <a:off x="1362073" y="3246021"/>
            <a:ext cx="1390800" cy="1334400"/>
            <a:chOff x="1466850" y="3093155"/>
            <a:chExt cx="1390800" cy="1334400"/>
          </a:xfrm>
        </p:grpSpPr>
        <p:sp>
          <p:nvSpPr>
            <p:cNvPr id="931" name="Google Shape;931;g3dabb2bcb99_0_1164"/>
            <p:cNvSpPr/>
            <p:nvPr/>
          </p:nvSpPr>
          <p:spPr>
            <a:xfrm>
              <a:off x="1466850" y="3093155"/>
              <a:ext cx="1390800" cy="1334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32" name="Google Shape;932;g3dabb2bcb99_0_1164"/>
            <p:cNvCxnSpPr/>
            <p:nvPr/>
          </p:nvCxnSpPr>
          <p:spPr>
            <a:xfrm>
              <a:off x="1466850" y="3931795"/>
              <a:ext cx="1390800" cy="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33" name="Google Shape;933;g3dabb2bcb99_0_1164"/>
          <p:cNvGrpSpPr/>
          <p:nvPr/>
        </p:nvGrpSpPr>
        <p:grpSpPr>
          <a:xfrm>
            <a:off x="2893693" y="3248760"/>
            <a:ext cx="1390800" cy="1334400"/>
            <a:chOff x="1466850" y="3093155"/>
            <a:chExt cx="1390800" cy="1334400"/>
          </a:xfrm>
        </p:grpSpPr>
        <p:sp>
          <p:nvSpPr>
            <p:cNvPr id="934" name="Google Shape;934;g3dabb2bcb99_0_1164"/>
            <p:cNvSpPr/>
            <p:nvPr/>
          </p:nvSpPr>
          <p:spPr>
            <a:xfrm>
              <a:off x="1466850" y="3093155"/>
              <a:ext cx="1390800" cy="1334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35" name="Google Shape;935;g3dabb2bcb99_0_1164"/>
            <p:cNvCxnSpPr/>
            <p:nvPr/>
          </p:nvCxnSpPr>
          <p:spPr>
            <a:xfrm>
              <a:off x="1466850" y="3931795"/>
              <a:ext cx="1390800" cy="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36" name="Google Shape;936;g3dabb2bcb99_0_1164"/>
          <p:cNvGrpSpPr/>
          <p:nvPr/>
        </p:nvGrpSpPr>
        <p:grpSpPr>
          <a:xfrm>
            <a:off x="4425313" y="3251499"/>
            <a:ext cx="1390800" cy="1334400"/>
            <a:chOff x="1466850" y="3093155"/>
            <a:chExt cx="1390800" cy="1334400"/>
          </a:xfrm>
        </p:grpSpPr>
        <p:sp>
          <p:nvSpPr>
            <p:cNvPr id="937" name="Google Shape;937;g3dabb2bcb99_0_1164"/>
            <p:cNvSpPr/>
            <p:nvPr/>
          </p:nvSpPr>
          <p:spPr>
            <a:xfrm>
              <a:off x="1466850" y="3093155"/>
              <a:ext cx="1390800" cy="1334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38" name="Google Shape;938;g3dabb2bcb99_0_1164"/>
            <p:cNvCxnSpPr/>
            <p:nvPr/>
          </p:nvCxnSpPr>
          <p:spPr>
            <a:xfrm>
              <a:off x="1466850" y="3931795"/>
              <a:ext cx="1390800" cy="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39" name="Google Shape;939;g3dabb2bcb99_0_1164"/>
          <p:cNvGrpSpPr/>
          <p:nvPr/>
        </p:nvGrpSpPr>
        <p:grpSpPr>
          <a:xfrm>
            <a:off x="5956933" y="3254238"/>
            <a:ext cx="1390800" cy="1334400"/>
            <a:chOff x="1466850" y="3093155"/>
            <a:chExt cx="1390800" cy="1334400"/>
          </a:xfrm>
        </p:grpSpPr>
        <p:sp>
          <p:nvSpPr>
            <p:cNvPr id="940" name="Google Shape;940;g3dabb2bcb99_0_1164"/>
            <p:cNvSpPr/>
            <p:nvPr/>
          </p:nvSpPr>
          <p:spPr>
            <a:xfrm>
              <a:off x="1466850" y="3093155"/>
              <a:ext cx="1390800" cy="1334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41" name="Google Shape;941;g3dabb2bcb99_0_1164"/>
            <p:cNvCxnSpPr/>
            <p:nvPr/>
          </p:nvCxnSpPr>
          <p:spPr>
            <a:xfrm>
              <a:off x="1466850" y="3931795"/>
              <a:ext cx="1390800" cy="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42" name="Google Shape;942;g3dabb2bcb99_0_1164"/>
          <p:cNvGrpSpPr/>
          <p:nvPr/>
        </p:nvGrpSpPr>
        <p:grpSpPr>
          <a:xfrm>
            <a:off x="1362073" y="4823138"/>
            <a:ext cx="1390800" cy="1334400"/>
            <a:chOff x="1466850" y="3093155"/>
            <a:chExt cx="1390800" cy="1334400"/>
          </a:xfrm>
        </p:grpSpPr>
        <p:sp>
          <p:nvSpPr>
            <p:cNvPr id="943" name="Google Shape;943;g3dabb2bcb99_0_1164"/>
            <p:cNvSpPr/>
            <p:nvPr/>
          </p:nvSpPr>
          <p:spPr>
            <a:xfrm>
              <a:off x="1466850" y="3093155"/>
              <a:ext cx="1390800" cy="1334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44" name="Google Shape;944;g3dabb2bcb99_0_1164"/>
            <p:cNvCxnSpPr/>
            <p:nvPr/>
          </p:nvCxnSpPr>
          <p:spPr>
            <a:xfrm>
              <a:off x="1466850" y="3931795"/>
              <a:ext cx="1390800" cy="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45" name="Google Shape;945;g3dabb2bcb99_0_1164"/>
          <p:cNvGrpSpPr/>
          <p:nvPr/>
        </p:nvGrpSpPr>
        <p:grpSpPr>
          <a:xfrm>
            <a:off x="2893693" y="4825877"/>
            <a:ext cx="1390800" cy="1334400"/>
            <a:chOff x="1466850" y="3093155"/>
            <a:chExt cx="1390800" cy="1334400"/>
          </a:xfrm>
        </p:grpSpPr>
        <p:sp>
          <p:nvSpPr>
            <p:cNvPr id="946" name="Google Shape;946;g3dabb2bcb99_0_1164"/>
            <p:cNvSpPr/>
            <p:nvPr/>
          </p:nvSpPr>
          <p:spPr>
            <a:xfrm>
              <a:off x="1466850" y="3093155"/>
              <a:ext cx="1390800" cy="1334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47" name="Google Shape;947;g3dabb2bcb99_0_1164"/>
            <p:cNvCxnSpPr/>
            <p:nvPr/>
          </p:nvCxnSpPr>
          <p:spPr>
            <a:xfrm>
              <a:off x="1466850" y="3931795"/>
              <a:ext cx="1390800" cy="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48" name="Google Shape;948;g3dabb2bcb99_0_1164"/>
          <p:cNvGrpSpPr/>
          <p:nvPr/>
        </p:nvGrpSpPr>
        <p:grpSpPr>
          <a:xfrm>
            <a:off x="4425313" y="4828616"/>
            <a:ext cx="1390800" cy="1334400"/>
            <a:chOff x="1466850" y="3093155"/>
            <a:chExt cx="1390800" cy="1334400"/>
          </a:xfrm>
        </p:grpSpPr>
        <p:sp>
          <p:nvSpPr>
            <p:cNvPr id="949" name="Google Shape;949;g3dabb2bcb99_0_1164"/>
            <p:cNvSpPr/>
            <p:nvPr/>
          </p:nvSpPr>
          <p:spPr>
            <a:xfrm>
              <a:off x="1466850" y="3093155"/>
              <a:ext cx="1390800" cy="1334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50" name="Google Shape;950;g3dabb2bcb99_0_1164"/>
            <p:cNvCxnSpPr/>
            <p:nvPr/>
          </p:nvCxnSpPr>
          <p:spPr>
            <a:xfrm>
              <a:off x="1466850" y="3931795"/>
              <a:ext cx="1390800" cy="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1" name="Google Shape;951;g3dabb2bcb99_0_1164"/>
          <p:cNvGrpSpPr/>
          <p:nvPr/>
        </p:nvGrpSpPr>
        <p:grpSpPr>
          <a:xfrm>
            <a:off x="5956933" y="4831355"/>
            <a:ext cx="1390800" cy="1334400"/>
            <a:chOff x="1466850" y="3093155"/>
            <a:chExt cx="1390800" cy="1334400"/>
          </a:xfrm>
        </p:grpSpPr>
        <p:sp>
          <p:nvSpPr>
            <p:cNvPr id="952" name="Google Shape;952;g3dabb2bcb99_0_1164"/>
            <p:cNvSpPr/>
            <p:nvPr/>
          </p:nvSpPr>
          <p:spPr>
            <a:xfrm>
              <a:off x="1466850" y="3093155"/>
              <a:ext cx="1390800" cy="1334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953" name="Google Shape;953;g3dabb2bcb99_0_1164"/>
            <p:cNvCxnSpPr/>
            <p:nvPr/>
          </p:nvCxnSpPr>
          <p:spPr>
            <a:xfrm>
              <a:off x="1466850" y="3931795"/>
              <a:ext cx="1390800" cy="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54" name="Google Shape;954;g3dabb2bcb99_0_1164"/>
          <p:cNvSpPr/>
          <p:nvPr/>
        </p:nvSpPr>
        <p:spPr>
          <a:xfrm>
            <a:off x="7474901" y="5876071"/>
            <a:ext cx="1046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등록</a:t>
            </a:r>
            <a:endParaRPr/>
          </a:p>
        </p:txBody>
      </p:sp>
      <p:sp>
        <p:nvSpPr>
          <p:cNvPr id="955" name="Google Shape;955;g3dabb2bcb99_0_1164"/>
          <p:cNvSpPr/>
          <p:nvPr/>
        </p:nvSpPr>
        <p:spPr>
          <a:xfrm>
            <a:off x="1450498" y="6286007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더보기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6" name="Google Shape;956;g3dabb2bcb99_0_1164"/>
          <p:cNvSpPr/>
          <p:nvPr/>
        </p:nvSpPr>
        <p:spPr>
          <a:xfrm>
            <a:off x="2062479" y="2878167"/>
            <a:ext cx="4443600" cy="29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검색어 입력</a:t>
            </a:r>
            <a:endParaRPr/>
          </a:p>
        </p:txBody>
      </p:sp>
      <p:sp>
        <p:nvSpPr>
          <p:cNvPr id="957" name="Google Shape;957;g3dabb2bcb99_0_1164"/>
          <p:cNvSpPr/>
          <p:nvPr/>
        </p:nvSpPr>
        <p:spPr>
          <a:xfrm>
            <a:off x="5687697" y="2870226"/>
            <a:ext cx="816600" cy="29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endParaRPr/>
          </a:p>
        </p:txBody>
      </p:sp>
      <p:sp>
        <p:nvSpPr>
          <p:cNvPr id="958" name="Google Shape;958;g3dabb2bcb99_0_1164"/>
          <p:cNvSpPr/>
          <p:nvPr/>
        </p:nvSpPr>
        <p:spPr>
          <a:xfrm>
            <a:off x="3105469" y="28288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9" name="Google Shape;959;g3dabb2bcb99_0_1164"/>
          <p:cNvSpPr/>
          <p:nvPr/>
        </p:nvSpPr>
        <p:spPr>
          <a:xfrm>
            <a:off x="1221420" y="311753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0" name="Google Shape;960;g3dabb2bcb99_0_1164"/>
          <p:cNvSpPr/>
          <p:nvPr/>
        </p:nvSpPr>
        <p:spPr>
          <a:xfrm>
            <a:off x="7269320" y="571267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dabb2bcb99_0_1215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6" name="Google Shape;966;g3dabb2bcb99_0_1215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67" name="Google Shape;967;g3dabb2bcb99_0_1215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968" name="Google Shape;968;g3dabb2bcb99_0_1215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중고거래 상품 상세 화면</a:t>
              </a:r>
              <a:endParaRPr/>
            </a:p>
          </p:txBody>
        </p:sp>
        <p:sp>
          <p:nvSpPr>
            <p:cNvPr id="969" name="Google Shape;969;g3dabb2bcb99_0_1215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중고거래 상품 목록 화면 &gt; 중고거래 상품 상세 화면</a:t>
              </a:r>
              <a:endParaRPr/>
            </a:p>
          </p:txBody>
        </p:sp>
        <p:sp>
          <p:nvSpPr>
            <p:cNvPr id="970" name="Google Shape;970;g3dabb2bcb99_0_1215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PRODUCT-03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971" name="Google Shape;971;g3dabb2bcb99_0_1215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2" name="Google Shape;972;g3dabb2bcb99_0_1215"/>
          <p:cNvSpPr txBox="1"/>
          <p:nvPr/>
        </p:nvSpPr>
        <p:spPr>
          <a:xfrm>
            <a:off x="8648699" y="0"/>
            <a:ext cx="35433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클릭시 중고거래 상품 목록으로 이동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프로필 이미지, 이름, 거주지 등 포함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사용자가 상품 판매자인 경우에만 표시,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수정하기 클릭 시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중고거래 상품 수정 화면으로 이동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사용자가 상품 판매자인 경우에만 표시,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삭제하기 클릭 시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삭제 모달 표시</a:t>
            </a:r>
            <a:endParaRPr/>
          </a:p>
        </p:txBody>
      </p:sp>
      <p:sp>
        <p:nvSpPr>
          <p:cNvPr id="973" name="Google Shape;973;g3dabb2bcb99_0_1215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4" name="Google Shape;974;g3dabb2bcb99_0_1215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5" name="Google Shape;975;g3dabb2bcb99_0_1215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6" name="Google Shape;976;g3dabb2bcb99_0_1215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7" name="Google Shape;977;g3dabb2bcb99_0_1215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8" name="Google Shape;978;g3dabb2bcb99_0_1215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9" name="Google Shape;979;g3dabb2bcb99_0_1215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0" name="Google Shape;980;g3dabb2bcb99_0_1215"/>
          <p:cNvSpPr/>
          <p:nvPr/>
        </p:nvSpPr>
        <p:spPr>
          <a:xfrm>
            <a:off x="1362075" y="250260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1" name="Google Shape;981;g3dabb2bcb99_0_1215"/>
          <p:cNvSpPr/>
          <p:nvPr/>
        </p:nvSpPr>
        <p:spPr>
          <a:xfrm>
            <a:off x="1545591" y="2660213"/>
            <a:ext cx="2874000" cy="1781700"/>
          </a:xfrm>
          <a:prstGeom prst="roundRect">
            <a:avLst>
              <a:gd fmla="val 10252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사진</a:t>
            </a:r>
            <a:endParaRPr/>
          </a:p>
        </p:txBody>
      </p:sp>
      <p:sp>
        <p:nvSpPr>
          <p:cNvPr id="982" name="Google Shape;982;g3dabb2bcb99_0_1215"/>
          <p:cNvSpPr/>
          <p:nvPr/>
        </p:nvSpPr>
        <p:spPr>
          <a:xfrm>
            <a:off x="1362073" y="1964725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돌아가기</a:t>
            </a:r>
            <a:endParaRPr/>
          </a:p>
        </p:txBody>
      </p:sp>
      <p:sp>
        <p:nvSpPr>
          <p:cNvPr id="983" name="Google Shape;983;g3dabb2bcb99_0_1215"/>
          <p:cNvSpPr/>
          <p:nvPr/>
        </p:nvSpPr>
        <p:spPr>
          <a:xfrm>
            <a:off x="1145541" y="173622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4" name="Google Shape;984;g3dabb2bcb99_0_1215"/>
          <p:cNvSpPr/>
          <p:nvPr/>
        </p:nvSpPr>
        <p:spPr>
          <a:xfrm>
            <a:off x="-704848" y="44419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5" name="Google Shape;985;g3dabb2bcb99_0_1215"/>
          <p:cNvSpPr/>
          <p:nvPr/>
        </p:nvSpPr>
        <p:spPr>
          <a:xfrm>
            <a:off x="1545591" y="4599562"/>
            <a:ext cx="28740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정보</a:t>
            </a:r>
            <a:endParaRPr/>
          </a:p>
        </p:txBody>
      </p:sp>
      <p:sp>
        <p:nvSpPr>
          <p:cNvPr id="986" name="Google Shape;986;g3dabb2bcb99_0_1215"/>
          <p:cNvSpPr/>
          <p:nvPr/>
        </p:nvSpPr>
        <p:spPr>
          <a:xfrm>
            <a:off x="4511358" y="2659419"/>
            <a:ext cx="2874000" cy="12363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정보</a:t>
            </a:r>
            <a:endParaRPr/>
          </a:p>
        </p:txBody>
      </p:sp>
      <p:sp>
        <p:nvSpPr>
          <p:cNvPr id="987" name="Google Shape;987;g3dabb2bcb99_0_1215"/>
          <p:cNvSpPr/>
          <p:nvPr/>
        </p:nvSpPr>
        <p:spPr>
          <a:xfrm>
            <a:off x="4511357" y="4174649"/>
            <a:ext cx="2874000" cy="749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 장소</a:t>
            </a:r>
            <a:endParaRPr/>
          </a:p>
        </p:txBody>
      </p:sp>
      <p:sp>
        <p:nvSpPr>
          <p:cNvPr id="988" name="Google Shape;988;g3dabb2bcb99_0_1215"/>
          <p:cNvSpPr/>
          <p:nvPr/>
        </p:nvSpPr>
        <p:spPr>
          <a:xfrm>
            <a:off x="1850390" y="463318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9" name="Google Shape;989;g3dabb2bcb99_0_1215"/>
          <p:cNvSpPr/>
          <p:nvPr/>
        </p:nvSpPr>
        <p:spPr>
          <a:xfrm>
            <a:off x="5288283" y="1946121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수정하기</a:t>
            </a:r>
            <a:endParaRPr/>
          </a:p>
        </p:txBody>
      </p:sp>
      <p:sp>
        <p:nvSpPr>
          <p:cNvPr id="990" name="Google Shape;990;g3dabb2bcb99_0_1215"/>
          <p:cNvSpPr/>
          <p:nvPr/>
        </p:nvSpPr>
        <p:spPr>
          <a:xfrm>
            <a:off x="6389686" y="1946121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삭제하기</a:t>
            </a:r>
            <a:endParaRPr/>
          </a:p>
        </p:txBody>
      </p:sp>
      <p:sp>
        <p:nvSpPr>
          <p:cNvPr id="991" name="Google Shape;991;g3dabb2bcb99_0_1215"/>
          <p:cNvSpPr/>
          <p:nvPr/>
        </p:nvSpPr>
        <p:spPr>
          <a:xfrm>
            <a:off x="5035397" y="173516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2" name="Google Shape;992;g3dabb2bcb99_0_1215"/>
          <p:cNvSpPr/>
          <p:nvPr/>
        </p:nvSpPr>
        <p:spPr>
          <a:xfrm>
            <a:off x="6260632" y="17157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dabb2bcb99_0_1246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8" name="Google Shape;998;g3dabb2bcb99_0_1246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99" name="Google Shape;999;g3dabb2bcb99_0_1246"/>
          <p:cNvGrpSpPr/>
          <p:nvPr/>
        </p:nvGrpSpPr>
        <p:grpSpPr>
          <a:xfrm>
            <a:off x="180972" y="304919"/>
            <a:ext cx="8467725" cy="1254116"/>
            <a:chOff x="180976" y="304919"/>
            <a:chExt cx="8467725" cy="1254116"/>
          </a:xfrm>
        </p:grpSpPr>
        <p:sp>
          <p:nvSpPr>
            <p:cNvPr id="1000" name="Google Shape;1000;g3dabb2bcb99_0_1246"/>
            <p:cNvSpPr txBox="1"/>
            <p:nvPr/>
          </p:nvSpPr>
          <p:spPr>
            <a:xfrm>
              <a:off x="180976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상품 수정 화면 (중고거래)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1" name="Google Shape;1001;g3dabb2bcb99_0_1246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중고거래 상품 상세 화면 &gt; 상품 수정 화면 (중고거래)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2" name="Google Shape;1002;g3dabb2bcb99_0_1246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PRODUCT-04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03" name="Google Shape;1003;g3dabb2bcb99_0_1246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4" name="Google Shape;1004;g3dabb2bcb99_0_1246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판매방식 수정 불가능!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@@ 상품 상태 판매완료로 변경 시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구매자에게 알림 전송 @@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클릭 시 상품 상세로 이동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5" name="Google Shape;1005;g3dabb2bcb99_0_1246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6" name="Google Shape;1006;g3dabb2bcb99_0_1246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7" name="Google Shape;1007;g3dabb2bcb99_0_1246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8" name="Google Shape;1008;g3dabb2bcb99_0_1246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9" name="Google Shape;1009;g3dabb2bcb99_0_1246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0" name="Google Shape;1010;g3dabb2bcb99_0_1246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1" name="Google Shape;1011;g3dabb2bcb99_0_1246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2" name="Google Shape;1012;g3dabb2bcb99_0_1246"/>
          <p:cNvSpPr/>
          <p:nvPr/>
        </p:nvSpPr>
        <p:spPr>
          <a:xfrm>
            <a:off x="1362075" y="298132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3" name="Google Shape;1013;g3dabb2bcb99_0_1246"/>
          <p:cNvSpPr/>
          <p:nvPr/>
        </p:nvSpPr>
        <p:spPr>
          <a:xfrm>
            <a:off x="1641475" y="3332480"/>
            <a:ext cx="1046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라벨</a:t>
            </a:r>
            <a:endParaRPr/>
          </a:p>
        </p:txBody>
      </p:sp>
      <p:sp>
        <p:nvSpPr>
          <p:cNvPr id="1014" name="Google Shape;1014;g3dabb2bcb99_0_1246"/>
          <p:cNvSpPr/>
          <p:nvPr/>
        </p:nvSpPr>
        <p:spPr>
          <a:xfrm>
            <a:off x="3119755" y="3332480"/>
            <a:ext cx="41706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입력창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5" name="Google Shape;1015;g3dabb2bcb99_0_1246"/>
          <p:cNvSpPr/>
          <p:nvPr/>
        </p:nvSpPr>
        <p:spPr>
          <a:xfrm>
            <a:off x="1641475" y="4002385"/>
            <a:ext cx="1046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라벨</a:t>
            </a:r>
            <a:endParaRPr/>
          </a:p>
        </p:txBody>
      </p:sp>
      <p:sp>
        <p:nvSpPr>
          <p:cNvPr id="1016" name="Google Shape;1016;g3dabb2bcb99_0_1246"/>
          <p:cNvSpPr/>
          <p:nvPr/>
        </p:nvSpPr>
        <p:spPr>
          <a:xfrm>
            <a:off x="1641475" y="4612302"/>
            <a:ext cx="5649000" cy="833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입력창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17" name="Google Shape;1017;g3dabb2bcb99_0_1246"/>
          <p:cNvGrpSpPr/>
          <p:nvPr/>
        </p:nvGrpSpPr>
        <p:grpSpPr>
          <a:xfrm>
            <a:off x="5897245" y="5943282"/>
            <a:ext cx="1579940" cy="335400"/>
            <a:chOff x="5842000" y="5943600"/>
            <a:chExt cx="1579940" cy="335400"/>
          </a:xfrm>
        </p:grpSpPr>
        <p:sp>
          <p:nvSpPr>
            <p:cNvPr id="1018" name="Google Shape;1018;g3dabb2bcb99_0_1246"/>
            <p:cNvSpPr/>
            <p:nvPr/>
          </p:nvSpPr>
          <p:spPr>
            <a:xfrm>
              <a:off x="5842000" y="59436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/>
            </a:p>
          </p:txBody>
        </p:sp>
        <p:sp>
          <p:nvSpPr>
            <p:cNvPr id="1019" name="Google Shape;1019;g3dabb2bcb99_0_1246"/>
            <p:cNvSpPr/>
            <p:nvPr/>
          </p:nvSpPr>
          <p:spPr>
            <a:xfrm>
              <a:off x="6720840" y="59436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</a:t>
              </a:r>
              <a:endParaRPr/>
            </a:p>
          </p:txBody>
        </p:sp>
      </p:grpSp>
      <p:sp>
        <p:nvSpPr>
          <p:cNvPr id="1020" name="Google Shape;1020;g3dabb2bcb99_0_1246"/>
          <p:cNvSpPr txBox="1"/>
          <p:nvPr/>
        </p:nvSpPr>
        <p:spPr>
          <a:xfrm>
            <a:off x="2239010" y="1886922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중고거래 수정 </a:t>
            </a:r>
            <a:endParaRPr/>
          </a:p>
        </p:txBody>
      </p:sp>
      <p:sp>
        <p:nvSpPr>
          <p:cNvPr id="1021" name="Google Shape;1021;g3dabb2bcb99_0_1246"/>
          <p:cNvSpPr txBox="1"/>
          <p:nvPr/>
        </p:nvSpPr>
        <p:spPr>
          <a:xfrm>
            <a:off x="2239009" y="2414915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중고거래 수정 설명</a:t>
            </a:r>
            <a:endParaRPr/>
          </a:p>
        </p:txBody>
      </p:sp>
      <p:sp>
        <p:nvSpPr>
          <p:cNvPr id="1022" name="Google Shape;1022;g3dabb2bcb99_0_1246"/>
          <p:cNvSpPr/>
          <p:nvPr/>
        </p:nvSpPr>
        <p:spPr>
          <a:xfrm>
            <a:off x="1362074" y="311958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3" name="Google Shape;1023;g3dabb2bcb99_0_1246"/>
          <p:cNvSpPr/>
          <p:nvPr/>
        </p:nvSpPr>
        <p:spPr>
          <a:xfrm>
            <a:off x="6571296" y="571081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dabb2bcb99_0_1276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9" name="Google Shape;1029;g3dabb2bcb99_0_1276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30" name="Google Shape;1030;g3dabb2bcb99_0_1276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031" name="Google Shape;1031;g3dabb2bcb99_0_1276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내 거래 목록 화면</a:t>
              </a:r>
              <a:endParaRPr/>
            </a:p>
          </p:txBody>
        </p:sp>
        <p:sp>
          <p:nvSpPr>
            <p:cNvPr id="1032" name="Google Shape;1032;g3dabb2bcb99_0_1276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마이페이지 &gt; 내 거래 목록</a:t>
              </a:r>
              <a:endParaRPr/>
            </a:p>
          </p:txBody>
        </p:sp>
        <p:sp>
          <p:nvSpPr>
            <p:cNvPr id="1033" name="Google Shape;1033;g3dabb2bcb99_0_1276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TRADE-01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34" name="Google Shape;1034;g3dabb2bcb99_0_1276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5" name="Google Shape;1035;g3dabb2bcb99_0_1276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클릭시 마이페이지로 이동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거래기록 최신순으로 행으로 표시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행별로 구매/판매, 중고/경매, 금액 등 표시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 클릭시 해당하는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 상세 페이지로 이동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6" name="Google Shape;1036;g3dabb2bcb99_0_1276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7" name="Google Shape;1037;g3dabb2bcb99_0_1276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8" name="Google Shape;1038;g3dabb2bcb99_0_1276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9" name="Google Shape;1039;g3dabb2bcb99_0_1276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0" name="Google Shape;1040;g3dabb2bcb99_0_1276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1" name="Google Shape;1041;g3dabb2bcb99_0_1276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2" name="Google Shape;1042;g3dabb2bcb99_0_1276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3" name="Google Shape;1043;g3dabb2bcb99_0_1276"/>
          <p:cNvSpPr/>
          <p:nvPr/>
        </p:nvSpPr>
        <p:spPr>
          <a:xfrm>
            <a:off x="1362075" y="301783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4" name="Google Shape;1044;g3dabb2bcb99_0_1276"/>
          <p:cNvSpPr/>
          <p:nvPr/>
        </p:nvSpPr>
        <p:spPr>
          <a:xfrm>
            <a:off x="1545591" y="3175444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개별 행</a:t>
            </a:r>
            <a:endParaRPr/>
          </a:p>
        </p:txBody>
      </p:sp>
      <p:sp>
        <p:nvSpPr>
          <p:cNvPr id="1045" name="Google Shape;1045;g3dabb2bcb99_0_1276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거래 목록</a:t>
            </a:r>
            <a:endParaRPr/>
          </a:p>
        </p:txBody>
      </p:sp>
      <p:sp>
        <p:nvSpPr>
          <p:cNvPr id="1046" name="Google Shape;1046;g3dabb2bcb99_0_1276"/>
          <p:cNvSpPr txBox="1"/>
          <p:nvPr/>
        </p:nvSpPr>
        <p:spPr>
          <a:xfrm>
            <a:off x="1362073" y="2411598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거래목록 설명</a:t>
            </a:r>
            <a:endParaRPr/>
          </a:p>
        </p:txBody>
      </p:sp>
      <p:sp>
        <p:nvSpPr>
          <p:cNvPr id="1047" name="Google Shape;1047;g3dabb2bcb99_0_1276"/>
          <p:cNvSpPr/>
          <p:nvPr/>
        </p:nvSpPr>
        <p:spPr>
          <a:xfrm>
            <a:off x="1545591" y="3760279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개별 행</a:t>
            </a:r>
            <a:endParaRPr/>
          </a:p>
        </p:txBody>
      </p:sp>
      <p:sp>
        <p:nvSpPr>
          <p:cNvPr id="1048" name="Google Shape;1048;g3dabb2bcb99_0_1276"/>
          <p:cNvSpPr/>
          <p:nvPr/>
        </p:nvSpPr>
        <p:spPr>
          <a:xfrm>
            <a:off x="3551556" y="319503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9" name="Google Shape;1049;g3dabb2bcb99_0_1276"/>
          <p:cNvSpPr/>
          <p:nvPr/>
        </p:nvSpPr>
        <p:spPr>
          <a:xfrm>
            <a:off x="1602898" y="5248471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더보기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dabb2bcb99_0_1301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5" name="Google Shape;1055;g3dabb2bcb99_0_1301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56" name="Google Shape;1056;g3dabb2bcb99_0_1301"/>
          <p:cNvGrpSpPr/>
          <p:nvPr/>
        </p:nvGrpSpPr>
        <p:grpSpPr>
          <a:xfrm>
            <a:off x="190496" y="304919"/>
            <a:ext cx="8458201" cy="1243956"/>
            <a:chOff x="190500" y="304919"/>
            <a:chExt cx="8458201" cy="1243956"/>
          </a:xfrm>
        </p:grpSpPr>
        <p:sp>
          <p:nvSpPr>
            <p:cNvPr id="1057" name="Google Shape;1057;g3dabb2bcb99_0_1301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내 거래 상세 화면</a:t>
              </a:r>
              <a:endParaRPr/>
            </a:p>
          </p:txBody>
        </p:sp>
        <p:sp>
          <p:nvSpPr>
            <p:cNvPr id="1058" name="Google Shape;1058;g3dabb2bcb99_0_1301"/>
            <p:cNvSpPr txBox="1"/>
            <p:nvPr/>
          </p:nvSpPr>
          <p:spPr>
            <a:xfrm>
              <a:off x="190500" y="114867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내 거래 목록 &gt; 거래 상세 화면</a:t>
              </a:r>
              <a:endParaRPr/>
            </a:p>
          </p:txBody>
        </p:sp>
        <p:sp>
          <p:nvSpPr>
            <p:cNvPr id="1059" name="Google Shape;1059;g3dabb2bcb99_0_1301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TRADE-02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60" name="Google Shape;1060;g3dabb2bcb99_0_1301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1" name="Google Shape;1061;g3dabb2bcb99_0_1301"/>
          <p:cNvSpPr txBox="1"/>
          <p:nvPr/>
        </p:nvSpPr>
        <p:spPr>
          <a:xfrm>
            <a:off x="8648699" y="0"/>
            <a:ext cx="35433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클릭시 내 거래 목록화면으로 이동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거래일자, 구매/판매 여부, 중고거래/경매 여부, 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 구매자/ 판매자 표시, 상품 정보 간단표시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클릭 시 상품 상세 화면으로 이동</a:t>
            </a:r>
            <a:endParaRPr/>
          </a:p>
        </p:txBody>
      </p:sp>
      <p:sp>
        <p:nvSpPr>
          <p:cNvPr id="1062" name="Google Shape;1062;g3dabb2bcb99_0_1301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3" name="Google Shape;1063;g3dabb2bcb99_0_1301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4" name="Google Shape;1064;g3dabb2bcb99_0_1301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5" name="Google Shape;1065;g3dabb2bcb99_0_1301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6" name="Google Shape;1066;g3dabb2bcb99_0_1301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7" name="Google Shape;1067;g3dabb2bcb99_0_1301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8" name="Google Shape;1068;g3dabb2bcb99_0_1301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9" name="Google Shape;1069;g3dabb2bcb99_0_1301"/>
          <p:cNvSpPr/>
          <p:nvPr/>
        </p:nvSpPr>
        <p:spPr>
          <a:xfrm>
            <a:off x="1362075" y="2841447"/>
            <a:ext cx="6115200" cy="22995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0" name="Google Shape;1070;g3dabb2bcb99_0_1301"/>
          <p:cNvSpPr/>
          <p:nvPr/>
        </p:nvSpPr>
        <p:spPr>
          <a:xfrm>
            <a:off x="1641475" y="3444151"/>
            <a:ext cx="1046400" cy="975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</a:t>
            </a:r>
            <a:b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</a:t>
            </a:r>
            <a:endParaRPr/>
          </a:p>
        </p:txBody>
      </p:sp>
      <p:sp>
        <p:nvSpPr>
          <p:cNvPr id="1071" name="Google Shape;1071;g3dabb2bcb99_0_1301"/>
          <p:cNvSpPr/>
          <p:nvPr/>
        </p:nvSpPr>
        <p:spPr>
          <a:xfrm>
            <a:off x="3119755" y="3444151"/>
            <a:ext cx="4170600" cy="5589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정보</a:t>
            </a:r>
            <a:endParaRPr/>
          </a:p>
        </p:txBody>
      </p:sp>
      <p:sp>
        <p:nvSpPr>
          <p:cNvPr id="1072" name="Google Shape;1072;g3dabb2bcb99_0_1301"/>
          <p:cNvSpPr/>
          <p:nvPr/>
        </p:nvSpPr>
        <p:spPr>
          <a:xfrm>
            <a:off x="1362073" y="2287477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돌아가기</a:t>
            </a:r>
            <a:endParaRPr/>
          </a:p>
        </p:txBody>
      </p:sp>
      <p:sp>
        <p:nvSpPr>
          <p:cNvPr id="1073" name="Google Shape;1073;g3dabb2bcb99_0_1301"/>
          <p:cNvSpPr/>
          <p:nvPr/>
        </p:nvSpPr>
        <p:spPr>
          <a:xfrm>
            <a:off x="1066801" y="229502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4" name="Google Shape;1074;g3dabb2bcb99_0_1301"/>
          <p:cNvSpPr/>
          <p:nvPr/>
        </p:nvSpPr>
        <p:spPr>
          <a:xfrm>
            <a:off x="3119755" y="4217404"/>
            <a:ext cx="4170600" cy="23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</a:t>
            </a:r>
            <a:endParaRPr/>
          </a:p>
        </p:txBody>
      </p:sp>
      <p:sp>
        <p:nvSpPr>
          <p:cNvPr id="1075" name="Google Shape;1075;g3dabb2bcb99_0_1301"/>
          <p:cNvSpPr/>
          <p:nvPr/>
        </p:nvSpPr>
        <p:spPr>
          <a:xfrm>
            <a:off x="1641475" y="4614629"/>
            <a:ext cx="1046400" cy="23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상품명</a:t>
            </a:r>
            <a:endParaRPr/>
          </a:p>
        </p:txBody>
      </p:sp>
      <p:sp>
        <p:nvSpPr>
          <p:cNvPr id="1076" name="Google Shape;1076;g3dabb2bcb99_0_1301"/>
          <p:cNvSpPr/>
          <p:nvPr/>
        </p:nvSpPr>
        <p:spPr>
          <a:xfrm>
            <a:off x="1612264" y="2969052"/>
            <a:ext cx="1507500" cy="23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날짜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7" name="Google Shape;1077;g3dabb2bcb99_0_1301"/>
          <p:cNvSpPr/>
          <p:nvPr/>
        </p:nvSpPr>
        <p:spPr>
          <a:xfrm>
            <a:off x="5586663" y="2969052"/>
            <a:ext cx="795000" cy="23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판매/구매</a:t>
            </a:r>
            <a:endParaRPr/>
          </a:p>
        </p:txBody>
      </p:sp>
      <p:sp>
        <p:nvSpPr>
          <p:cNvPr id="1078" name="Google Shape;1078;g3dabb2bcb99_0_1301"/>
          <p:cNvSpPr/>
          <p:nvPr/>
        </p:nvSpPr>
        <p:spPr>
          <a:xfrm>
            <a:off x="6495412" y="2962756"/>
            <a:ext cx="795000" cy="23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중고/경매</a:t>
            </a:r>
            <a:endParaRPr/>
          </a:p>
        </p:txBody>
      </p:sp>
      <p:sp>
        <p:nvSpPr>
          <p:cNvPr id="1079" name="Google Shape;1079;g3dabb2bcb99_0_1301"/>
          <p:cNvSpPr/>
          <p:nvPr/>
        </p:nvSpPr>
        <p:spPr>
          <a:xfrm>
            <a:off x="1298513" y="276450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0" name="Google Shape;1080;g3dabb2bcb99_0_1301"/>
          <p:cNvSpPr/>
          <p:nvPr/>
        </p:nvSpPr>
        <p:spPr>
          <a:xfrm>
            <a:off x="1471235" y="4510513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dabb2bcb99_0_1331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6" name="Google Shape;1086;g3dabb2bcb99_0_1331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87" name="Google Shape;1087;g3dabb2bcb99_0_1331"/>
          <p:cNvGrpSpPr/>
          <p:nvPr/>
        </p:nvGrpSpPr>
        <p:grpSpPr>
          <a:xfrm>
            <a:off x="180972" y="304919"/>
            <a:ext cx="8467725" cy="1254116"/>
            <a:chOff x="180976" y="304919"/>
            <a:chExt cx="8467725" cy="1254116"/>
          </a:xfrm>
        </p:grpSpPr>
        <p:sp>
          <p:nvSpPr>
            <p:cNvPr id="1088" name="Google Shape;1088;g3dabb2bcb99_0_1331"/>
            <p:cNvSpPr txBox="1"/>
            <p:nvPr/>
          </p:nvSpPr>
          <p:spPr>
            <a:xfrm>
              <a:off x="180976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예치금 화면</a:t>
              </a:r>
              <a:endParaRPr/>
            </a:p>
          </p:txBody>
        </p:sp>
        <p:sp>
          <p:nvSpPr>
            <p:cNvPr id="1089" name="Google Shape;1089;g3dabb2bcb99_0_1331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마이페이지 &gt; 예치금 화면</a:t>
              </a:r>
              <a:endParaRPr/>
            </a:p>
          </p:txBody>
        </p:sp>
        <p:sp>
          <p:nvSpPr>
            <p:cNvPr id="1090" name="Google Shape;1090;g3dabb2bcb99_0_1331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PAYMENT-01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91" name="Google Shape;1091;g3dabb2bcb99_0_1331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2" name="Google Shape;1092;g3dabb2bcb99_0_1331"/>
          <p:cNvSpPr txBox="1"/>
          <p:nvPr/>
        </p:nvSpPr>
        <p:spPr>
          <a:xfrm>
            <a:off x="8648699" y="0"/>
            <a:ext cx="3543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클릭 시 충전 화면으로 이동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클릭 시 출금 요청 화면으로 이동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거래내역 목록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충전 기록예시 : +50,000 충전 완료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출금 기록예시 : 출금요청 20,000 (대기중)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3" name="Google Shape;1093;g3dabb2bcb99_0_1331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4" name="Google Shape;1094;g3dabb2bcb99_0_1331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5" name="Google Shape;1095;g3dabb2bcb99_0_1331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6" name="Google Shape;1096;g3dabb2bcb99_0_1331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7" name="Google Shape;1097;g3dabb2bcb99_0_1331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8" name="Google Shape;1098;g3dabb2bcb99_0_1331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9" name="Google Shape;1099;g3dabb2bcb99_0_1331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0" name="Google Shape;1100;g3dabb2bcb99_0_1331"/>
          <p:cNvSpPr/>
          <p:nvPr/>
        </p:nvSpPr>
        <p:spPr>
          <a:xfrm>
            <a:off x="1537649" y="2901359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예치금 금액</a:t>
            </a:r>
            <a:endParaRPr/>
          </a:p>
        </p:txBody>
      </p:sp>
      <p:sp>
        <p:nvSpPr>
          <p:cNvPr id="1101" name="Google Shape;1101;g3dabb2bcb99_0_1331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예치금 정보</a:t>
            </a:r>
            <a:endParaRPr/>
          </a:p>
        </p:txBody>
      </p:sp>
      <p:sp>
        <p:nvSpPr>
          <p:cNvPr id="1102" name="Google Shape;1102;g3dabb2bcb99_0_1331"/>
          <p:cNvSpPr txBox="1"/>
          <p:nvPr/>
        </p:nvSpPr>
        <p:spPr>
          <a:xfrm>
            <a:off x="1362073" y="2411598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설명</a:t>
            </a:r>
            <a:endParaRPr/>
          </a:p>
        </p:txBody>
      </p:sp>
      <p:sp>
        <p:nvSpPr>
          <p:cNvPr id="1103" name="Google Shape;1103;g3dabb2bcb99_0_1331"/>
          <p:cNvSpPr/>
          <p:nvPr/>
        </p:nvSpPr>
        <p:spPr>
          <a:xfrm>
            <a:off x="1306195" y="4038250"/>
            <a:ext cx="6115200" cy="20862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4" name="Google Shape;1104;g3dabb2bcb99_0_1331"/>
          <p:cNvSpPr/>
          <p:nvPr/>
        </p:nvSpPr>
        <p:spPr>
          <a:xfrm>
            <a:off x="1545903" y="4829248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충전 기록</a:t>
            </a:r>
            <a:endParaRPr/>
          </a:p>
        </p:txBody>
      </p:sp>
      <p:sp>
        <p:nvSpPr>
          <p:cNvPr id="1105" name="Google Shape;1105;g3dabb2bcb99_0_1331"/>
          <p:cNvSpPr/>
          <p:nvPr/>
        </p:nvSpPr>
        <p:spPr>
          <a:xfrm>
            <a:off x="6286501" y="3495170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출금요청</a:t>
            </a:r>
            <a:endParaRPr/>
          </a:p>
        </p:txBody>
      </p:sp>
      <p:sp>
        <p:nvSpPr>
          <p:cNvPr id="1106" name="Google Shape;1106;g3dabb2bcb99_0_1331"/>
          <p:cNvSpPr/>
          <p:nvPr/>
        </p:nvSpPr>
        <p:spPr>
          <a:xfrm>
            <a:off x="1537649" y="5461738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출금 기록</a:t>
            </a:r>
            <a:endParaRPr/>
          </a:p>
        </p:txBody>
      </p:sp>
      <p:sp>
        <p:nvSpPr>
          <p:cNvPr id="1107" name="Google Shape;1107;g3dabb2bcb99_0_1331"/>
          <p:cNvSpPr/>
          <p:nvPr/>
        </p:nvSpPr>
        <p:spPr>
          <a:xfrm>
            <a:off x="5198110" y="3495170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충전하기</a:t>
            </a:r>
            <a:endParaRPr/>
          </a:p>
        </p:txBody>
      </p:sp>
      <p:sp>
        <p:nvSpPr>
          <p:cNvPr id="1108" name="Google Shape;1108;g3dabb2bcb99_0_1331"/>
          <p:cNvSpPr txBox="1"/>
          <p:nvPr/>
        </p:nvSpPr>
        <p:spPr>
          <a:xfrm>
            <a:off x="1362073" y="4218229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 내역</a:t>
            </a:r>
            <a:endParaRPr/>
          </a:p>
        </p:txBody>
      </p:sp>
      <p:sp>
        <p:nvSpPr>
          <p:cNvPr id="1109" name="Google Shape;1109;g3dabb2bcb99_0_1331"/>
          <p:cNvSpPr/>
          <p:nvPr/>
        </p:nvSpPr>
        <p:spPr>
          <a:xfrm>
            <a:off x="4919983" y="330624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0" name="Google Shape;1110;g3dabb2bcb99_0_1331"/>
          <p:cNvSpPr/>
          <p:nvPr/>
        </p:nvSpPr>
        <p:spPr>
          <a:xfrm>
            <a:off x="6086475" y="32892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1" name="Google Shape;1111;g3dabb2bcb99_0_1331"/>
          <p:cNvSpPr/>
          <p:nvPr/>
        </p:nvSpPr>
        <p:spPr>
          <a:xfrm>
            <a:off x="1072833" y="420548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dabb2bcb99_0_1361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7" name="Google Shape;1117;g3dabb2bcb99_0_1361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18" name="Google Shape;1118;g3dabb2bcb99_0_1361"/>
          <p:cNvGrpSpPr/>
          <p:nvPr/>
        </p:nvGrpSpPr>
        <p:grpSpPr>
          <a:xfrm>
            <a:off x="180972" y="304919"/>
            <a:ext cx="8467725" cy="1254116"/>
            <a:chOff x="180976" y="304919"/>
            <a:chExt cx="8467725" cy="1254116"/>
          </a:xfrm>
        </p:grpSpPr>
        <p:sp>
          <p:nvSpPr>
            <p:cNvPr id="1119" name="Google Shape;1119;g3dabb2bcb99_0_1361"/>
            <p:cNvSpPr txBox="1"/>
            <p:nvPr/>
          </p:nvSpPr>
          <p:spPr>
            <a:xfrm>
              <a:off x="180976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충전 화면</a:t>
              </a:r>
              <a:endParaRPr/>
            </a:p>
          </p:txBody>
        </p:sp>
        <p:sp>
          <p:nvSpPr>
            <p:cNvPr id="1120" name="Google Shape;1120;g3dabb2bcb99_0_1361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예치금 화면 &gt; 충전 화면</a:t>
              </a:r>
              <a:endParaRPr/>
            </a:p>
          </p:txBody>
        </p:sp>
        <p:sp>
          <p:nvSpPr>
            <p:cNvPr id="1121" name="Google Shape;1121;g3dabb2bcb99_0_1361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PAYMENT-02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122" name="Google Shape;1122;g3dabb2bcb99_0_1361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3" name="Google Shape;1123;g3dabb2bcb99_0_1361"/>
          <p:cNvSpPr txBox="1"/>
          <p:nvPr/>
        </p:nvSpPr>
        <p:spPr>
          <a:xfrm>
            <a:off x="8648699" y="0"/>
            <a:ext cx="3543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토스 페이먼츠 API 사용.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비동기로 예치금 화면에서 이동없이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될수도?</a:t>
            </a:r>
            <a:endParaRPr/>
          </a:p>
        </p:txBody>
      </p:sp>
      <p:sp>
        <p:nvSpPr>
          <p:cNvPr id="1124" name="Google Shape;1124;g3dabb2bcb99_0_1361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5" name="Google Shape;1125;g3dabb2bcb99_0_1361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6" name="Google Shape;1126;g3dabb2bcb99_0_1361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7" name="Google Shape;1127;g3dabb2bcb99_0_1361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8" name="Google Shape;1128;g3dabb2bcb99_0_1361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9" name="Google Shape;1129;g3dabb2bcb99_0_1361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30" name="Google Shape;1130;g3dabb2bcb99_0_13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4670" y="1864380"/>
            <a:ext cx="3008449" cy="4329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g3dabb2bcb99_0_1361"/>
          <p:cNvSpPr/>
          <p:nvPr/>
        </p:nvSpPr>
        <p:spPr>
          <a:xfrm>
            <a:off x="2699881" y="175432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dabb2bcb99_0_1380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7" name="Google Shape;1137;g3dabb2bcb99_0_1380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38" name="Google Shape;1138;g3dabb2bcb99_0_1380"/>
          <p:cNvGrpSpPr/>
          <p:nvPr/>
        </p:nvGrpSpPr>
        <p:grpSpPr>
          <a:xfrm>
            <a:off x="180972" y="304919"/>
            <a:ext cx="8467725" cy="1254116"/>
            <a:chOff x="180976" y="304919"/>
            <a:chExt cx="8467725" cy="1254116"/>
          </a:xfrm>
        </p:grpSpPr>
        <p:sp>
          <p:nvSpPr>
            <p:cNvPr id="1139" name="Google Shape;1139;g3dabb2bcb99_0_1380"/>
            <p:cNvSpPr txBox="1"/>
            <p:nvPr/>
          </p:nvSpPr>
          <p:spPr>
            <a:xfrm>
              <a:off x="180976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예치금 출금요청 화면</a:t>
              </a:r>
              <a:endParaRPr/>
            </a:p>
          </p:txBody>
        </p:sp>
        <p:sp>
          <p:nvSpPr>
            <p:cNvPr id="1140" name="Google Shape;1140;g3dabb2bcb99_0_1380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예치금 화면 &gt; 예치금 출금요청 화면</a:t>
              </a:r>
              <a:endParaRPr/>
            </a:p>
          </p:txBody>
        </p:sp>
        <p:sp>
          <p:nvSpPr>
            <p:cNvPr id="1141" name="Google Shape;1141;g3dabb2bcb99_0_1380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WITHDRAW-01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142" name="Google Shape;1142;g3dabb2bcb99_0_1380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3" name="Google Shape;1143;g3dabb2bcb99_0_1380"/>
          <p:cNvSpPr txBox="1"/>
          <p:nvPr/>
        </p:nvSpPr>
        <p:spPr>
          <a:xfrm>
            <a:off x="8648699" y="0"/>
            <a:ext cx="35433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b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가진 예치금보다 많이 출금할 수 없음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input select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클릭 시 관리자에게 출금 요청,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예치금 화면으로 이동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4" name="Google Shape;1144;g3dabb2bcb99_0_1380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5" name="Google Shape;1145;g3dabb2bcb99_0_1380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6" name="Google Shape;1146;g3dabb2bcb99_0_1380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7" name="Google Shape;1147;g3dabb2bcb99_0_1380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8" name="Google Shape;1148;g3dabb2bcb99_0_1380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9" name="Google Shape;1149;g3dabb2bcb99_0_1380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0" name="Google Shape;1150;g3dabb2bcb99_0_1380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1" name="Google Shape;1151;g3dabb2bcb99_0_1380"/>
          <p:cNvSpPr txBox="1"/>
          <p:nvPr/>
        </p:nvSpPr>
        <p:spPr>
          <a:xfrm>
            <a:off x="2192655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예치금 출금요청</a:t>
            </a:r>
            <a:endParaRPr/>
          </a:p>
        </p:txBody>
      </p:sp>
      <p:sp>
        <p:nvSpPr>
          <p:cNvPr id="1152" name="Google Shape;1152;g3dabb2bcb99_0_1380"/>
          <p:cNvSpPr/>
          <p:nvPr/>
        </p:nvSpPr>
        <p:spPr>
          <a:xfrm>
            <a:off x="1306195" y="2674603"/>
            <a:ext cx="6115200" cy="344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3" name="Google Shape;1153;g3dabb2bcb99_0_1380"/>
          <p:cNvSpPr/>
          <p:nvPr/>
        </p:nvSpPr>
        <p:spPr>
          <a:xfrm>
            <a:off x="1537649" y="5461738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출금 요청</a:t>
            </a:r>
            <a:endParaRPr/>
          </a:p>
        </p:txBody>
      </p:sp>
      <p:grpSp>
        <p:nvGrpSpPr>
          <p:cNvPr id="1154" name="Google Shape;1154;g3dabb2bcb99_0_1380"/>
          <p:cNvGrpSpPr/>
          <p:nvPr/>
        </p:nvGrpSpPr>
        <p:grpSpPr>
          <a:xfrm>
            <a:off x="1353820" y="3429000"/>
            <a:ext cx="5928526" cy="467400"/>
            <a:chOff x="1362073" y="4218229"/>
            <a:chExt cx="5928526" cy="467400"/>
          </a:xfrm>
        </p:grpSpPr>
        <p:sp>
          <p:nvSpPr>
            <p:cNvPr id="1155" name="Google Shape;1155;g3dabb2bcb99_0_1380"/>
            <p:cNvSpPr/>
            <p:nvPr/>
          </p:nvSpPr>
          <p:spPr>
            <a:xfrm>
              <a:off x="2895599" y="4218229"/>
              <a:ext cx="4395000" cy="467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입력 창</a:t>
              </a:r>
              <a:endParaRPr/>
            </a:p>
          </p:txBody>
        </p:sp>
        <p:sp>
          <p:nvSpPr>
            <p:cNvPr id="1156" name="Google Shape;1156;g3dabb2bcb99_0_1380"/>
            <p:cNvSpPr txBox="1"/>
            <p:nvPr/>
          </p:nvSpPr>
          <p:spPr>
            <a:xfrm>
              <a:off x="1362073" y="4251854"/>
              <a:ext cx="140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은행</a:t>
              </a:r>
              <a:endParaRPr/>
            </a:p>
          </p:txBody>
        </p:sp>
      </p:grpSp>
      <p:grpSp>
        <p:nvGrpSpPr>
          <p:cNvPr id="1157" name="Google Shape;1157;g3dabb2bcb99_0_1380"/>
          <p:cNvGrpSpPr/>
          <p:nvPr/>
        </p:nvGrpSpPr>
        <p:grpSpPr>
          <a:xfrm>
            <a:off x="1353820" y="4091005"/>
            <a:ext cx="5928526" cy="467400"/>
            <a:chOff x="1362073" y="4218229"/>
            <a:chExt cx="5928526" cy="467400"/>
          </a:xfrm>
        </p:grpSpPr>
        <p:sp>
          <p:nvSpPr>
            <p:cNvPr id="1158" name="Google Shape;1158;g3dabb2bcb99_0_1380"/>
            <p:cNvSpPr/>
            <p:nvPr/>
          </p:nvSpPr>
          <p:spPr>
            <a:xfrm>
              <a:off x="2895599" y="4218229"/>
              <a:ext cx="4395000" cy="467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입력 창</a:t>
              </a:r>
              <a:endParaRPr/>
            </a:p>
          </p:txBody>
        </p:sp>
        <p:sp>
          <p:nvSpPr>
            <p:cNvPr id="1159" name="Google Shape;1159;g3dabb2bcb99_0_1380"/>
            <p:cNvSpPr txBox="1"/>
            <p:nvPr/>
          </p:nvSpPr>
          <p:spPr>
            <a:xfrm>
              <a:off x="1362073" y="4251854"/>
              <a:ext cx="140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계좌번호</a:t>
              </a:r>
              <a:endParaRPr/>
            </a:p>
          </p:txBody>
        </p:sp>
      </p:grpSp>
      <p:grpSp>
        <p:nvGrpSpPr>
          <p:cNvPr id="1160" name="Google Shape;1160;g3dabb2bcb99_0_1380"/>
          <p:cNvGrpSpPr/>
          <p:nvPr/>
        </p:nvGrpSpPr>
        <p:grpSpPr>
          <a:xfrm>
            <a:off x="1353820" y="4684382"/>
            <a:ext cx="5928526" cy="467400"/>
            <a:chOff x="1362073" y="4218229"/>
            <a:chExt cx="5928526" cy="467400"/>
          </a:xfrm>
        </p:grpSpPr>
        <p:sp>
          <p:nvSpPr>
            <p:cNvPr id="1161" name="Google Shape;1161;g3dabb2bcb99_0_1380"/>
            <p:cNvSpPr/>
            <p:nvPr/>
          </p:nvSpPr>
          <p:spPr>
            <a:xfrm>
              <a:off x="2895599" y="4218229"/>
              <a:ext cx="4395000" cy="467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입력 창</a:t>
              </a:r>
              <a:endParaRPr/>
            </a:p>
          </p:txBody>
        </p:sp>
        <p:sp>
          <p:nvSpPr>
            <p:cNvPr id="1162" name="Google Shape;1162;g3dabb2bcb99_0_1380"/>
            <p:cNvSpPr txBox="1"/>
            <p:nvPr/>
          </p:nvSpPr>
          <p:spPr>
            <a:xfrm>
              <a:off x="1362073" y="4251854"/>
              <a:ext cx="140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예금주</a:t>
              </a:r>
              <a:endParaRPr/>
            </a:p>
          </p:txBody>
        </p:sp>
      </p:grpSp>
      <p:sp>
        <p:nvSpPr>
          <p:cNvPr id="1163" name="Google Shape;1163;g3dabb2bcb99_0_1380"/>
          <p:cNvSpPr/>
          <p:nvPr/>
        </p:nvSpPr>
        <p:spPr>
          <a:xfrm>
            <a:off x="1547178" y="2806642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출금 금액 입력 창</a:t>
            </a:r>
            <a:endParaRPr/>
          </a:p>
        </p:txBody>
      </p:sp>
      <p:sp>
        <p:nvSpPr>
          <p:cNvPr id="1164" name="Google Shape;1164;g3dabb2bcb99_0_1380"/>
          <p:cNvSpPr/>
          <p:nvPr/>
        </p:nvSpPr>
        <p:spPr>
          <a:xfrm>
            <a:off x="2985135" y="284236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5" name="Google Shape;1165;g3dabb2bcb99_0_1380"/>
          <p:cNvSpPr/>
          <p:nvPr/>
        </p:nvSpPr>
        <p:spPr>
          <a:xfrm>
            <a:off x="4219575" y="346214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6" name="Google Shape;1166;g3dabb2bcb99_0_1380"/>
          <p:cNvSpPr/>
          <p:nvPr/>
        </p:nvSpPr>
        <p:spPr>
          <a:xfrm>
            <a:off x="3330577" y="55066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dabb2bcb99_0_1414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2" name="Google Shape;1172;g3dabb2bcb99_0_1414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73" name="Google Shape;1173;g3dabb2bcb99_0_1414"/>
          <p:cNvGrpSpPr/>
          <p:nvPr/>
        </p:nvGrpSpPr>
        <p:grpSpPr>
          <a:xfrm>
            <a:off x="180972" y="304919"/>
            <a:ext cx="8467725" cy="1254116"/>
            <a:chOff x="180976" y="304919"/>
            <a:chExt cx="8467725" cy="1254116"/>
          </a:xfrm>
        </p:grpSpPr>
        <p:sp>
          <p:nvSpPr>
            <p:cNvPr id="1174" name="Google Shape;1174;g3dabb2bcb99_0_1414"/>
            <p:cNvSpPr txBox="1"/>
            <p:nvPr/>
          </p:nvSpPr>
          <p:spPr>
            <a:xfrm>
              <a:off x="180976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관리자 출금요청 목록 화면</a:t>
              </a:r>
              <a:endParaRPr/>
            </a:p>
          </p:txBody>
        </p:sp>
        <p:sp>
          <p:nvSpPr>
            <p:cNvPr id="1175" name="Google Shape;1175;g3dabb2bcb99_0_1414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??? &gt; 관리자 출금요청 목록 화면</a:t>
              </a:r>
              <a:endParaRPr/>
            </a:p>
          </p:txBody>
        </p:sp>
        <p:sp>
          <p:nvSpPr>
            <p:cNvPr id="1176" name="Google Shape;1176;g3dabb2bcb99_0_1414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ADMIN-??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177" name="Google Shape;1177;g3dabb2bcb99_0_1414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8" name="Google Shape;1178;g3dabb2bcb99_0_1414"/>
          <p:cNvSpPr txBox="1"/>
          <p:nvPr/>
        </p:nvSpPr>
        <p:spPr>
          <a:xfrm>
            <a:off x="8648699" y="0"/>
            <a:ext cx="3543300" cy="20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b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b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[출금요청 목록]</a:t>
            </a:r>
            <a:endParaRPr sz="12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요청ID | 사용자 | 금액 | 은행 | 상태 | 요청일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1023   | user1  | 50,000 | 국민 | 승인 대기중 | 04-21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1024   | user2  | 20,000 | 신한 | 승인 대기중 | 04-21</a:t>
            </a:r>
            <a:br>
              <a:rPr lang="ko-KR" sz="12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최신순 정렬</a:t>
            </a:r>
            <a:endParaRPr sz="12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9" name="Google Shape;1179;g3dabb2bcb99_0_1414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0" name="Google Shape;1180;g3dabb2bcb99_0_1414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1" name="Google Shape;1181;g3dabb2bcb99_0_1414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2" name="Google Shape;1182;g3dabb2bcb99_0_1414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3" name="Google Shape;1183;g3dabb2bcb99_0_1414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4" name="Google Shape;1184;g3dabb2bcb99_0_1414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5" name="Google Shape;1185;g3dabb2bcb99_0_1414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6" name="Google Shape;1186;g3dabb2bcb99_0_1414"/>
          <p:cNvSpPr txBox="1"/>
          <p:nvPr/>
        </p:nvSpPr>
        <p:spPr>
          <a:xfrm>
            <a:off x="1354137" y="1836924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출금요청 목록</a:t>
            </a:r>
            <a:endParaRPr/>
          </a:p>
        </p:txBody>
      </p:sp>
      <p:sp>
        <p:nvSpPr>
          <p:cNvPr id="1187" name="Google Shape;1187;g3dabb2bcb99_0_1414"/>
          <p:cNvSpPr/>
          <p:nvPr/>
        </p:nvSpPr>
        <p:spPr>
          <a:xfrm>
            <a:off x="1306195" y="2674603"/>
            <a:ext cx="6115200" cy="3449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8" name="Google Shape;1188;g3dabb2bcb99_0_1414"/>
          <p:cNvSpPr/>
          <p:nvPr/>
        </p:nvSpPr>
        <p:spPr>
          <a:xfrm>
            <a:off x="1537649" y="5461738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더보기</a:t>
            </a:r>
            <a:endParaRPr sz="18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9" name="Google Shape;1189;g3dabb2bcb99_0_1414"/>
          <p:cNvSpPr/>
          <p:nvPr/>
        </p:nvSpPr>
        <p:spPr>
          <a:xfrm>
            <a:off x="1547178" y="2806642"/>
            <a:ext cx="5744700" cy="20703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출금 요청 목록</a:t>
            </a:r>
            <a:endParaRPr/>
          </a:p>
        </p:txBody>
      </p:sp>
      <p:sp>
        <p:nvSpPr>
          <p:cNvPr id="1190" name="Google Shape;1190;g3dabb2bcb99_0_1414"/>
          <p:cNvSpPr/>
          <p:nvPr/>
        </p:nvSpPr>
        <p:spPr>
          <a:xfrm>
            <a:off x="3181032" y="366806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dabb2bcb99_0_1437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6" name="Google Shape;1196;g3dabb2bcb99_0_1437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97" name="Google Shape;1197;g3dabb2bcb99_0_1437"/>
          <p:cNvGrpSpPr/>
          <p:nvPr/>
        </p:nvGrpSpPr>
        <p:grpSpPr>
          <a:xfrm>
            <a:off x="180972" y="304919"/>
            <a:ext cx="8467725" cy="1254116"/>
            <a:chOff x="180976" y="304919"/>
            <a:chExt cx="8467725" cy="1254116"/>
          </a:xfrm>
        </p:grpSpPr>
        <p:sp>
          <p:nvSpPr>
            <p:cNvPr id="1198" name="Google Shape;1198;g3dabb2bcb99_0_1437"/>
            <p:cNvSpPr txBox="1"/>
            <p:nvPr/>
          </p:nvSpPr>
          <p:spPr>
            <a:xfrm>
              <a:off x="180976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관리자 출금요청 상세 화면</a:t>
              </a:r>
              <a:endParaRPr/>
            </a:p>
          </p:txBody>
        </p:sp>
        <p:sp>
          <p:nvSpPr>
            <p:cNvPr id="1199" name="Google Shape;1199;g3dabb2bcb99_0_1437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관리자 출금요청 목록 화면 &gt; 관리자 출금요청 상세 화면</a:t>
              </a:r>
              <a:endParaRPr/>
            </a:p>
          </p:txBody>
        </p:sp>
        <p:sp>
          <p:nvSpPr>
            <p:cNvPr id="1200" name="Google Shape;1200;g3dabb2bcb99_0_1437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ADMIN-??</a:t>
              </a:r>
              <a:endParaRPr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201" name="Google Shape;1201;g3dabb2bcb99_0_1437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2" name="Google Shape;1202;g3dabb2bcb99_0_1437"/>
          <p:cNvSpPr txBox="1"/>
          <p:nvPr/>
        </p:nvSpPr>
        <p:spPr>
          <a:xfrm>
            <a:off x="8648699" y="0"/>
            <a:ext cx="35433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b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lang="ko-KR" sz="12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클릭시 관리자 출금요청 목록 화면으로 이동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[요청 정보]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사용자: user1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금액: 50,000원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은행: 국민은행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계좌번호: 123-****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예금주: 홍길동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요청일: 2026-04-21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[처리 상태]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상태: 승인 대기 중 </a:t>
            </a:r>
            <a:b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/ 5. 클릭 시 처리상태 변경</a:t>
            </a:r>
            <a:endParaRPr/>
          </a:p>
        </p:txBody>
      </p:sp>
      <p:sp>
        <p:nvSpPr>
          <p:cNvPr id="1203" name="Google Shape;1203;g3dabb2bcb99_0_1437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4" name="Google Shape;1204;g3dabb2bcb99_0_1437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5" name="Google Shape;1205;g3dabb2bcb99_0_1437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6" name="Google Shape;1206;g3dabb2bcb99_0_1437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7" name="Google Shape;1207;g3dabb2bcb99_0_1437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8" name="Google Shape;1208;g3dabb2bcb99_0_1437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9" name="Google Shape;1209;g3dabb2bcb99_0_1437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0" name="Google Shape;1210;g3dabb2bcb99_0_1437"/>
          <p:cNvSpPr txBox="1"/>
          <p:nvPr/>
        </p:nvSpPr>
        <p:spPr>
          <a:xfrm>
            <a:off x="2192655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출금 요청 상세</a:t>
            </a:r>
            <a:endParaRPr/>
          </a:p>
        </p:txBody>
      </p:sp>
      <p:sp>
        <p:nvSpPr>
          <p:cNvPr id="1211" name="Google Shape;1211;g3dabb2bcb99_0_1437"/>
          <p:cNvSpPr/>
          <p:nvPr/>
        </p:nvSpPr>
        <p:spPr>
          <a:xfrm>
            <a:off x="1306195" y="2890665"/>
            <a:ext cx="6115200" cy="3233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2" name="Google Shape;1212;g3dabb2bcb99_0_1437"/>
          <p:cNvSpPr/>
          <p:nvPr/>
        </p:nvSpPr>
        <p:spPr>
          <a:xfrm>
            <a:off x="1409700" y="3034247"/>
            <a:ext cx="5872800" cy="17328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 정보</a:t>
            </a:r>
            <a:endParaRPr/>
          </a:p>
        </p:txBody>
      </p:sp>
      <p:sp>
        <p:nvSpPr>
          <p:cNvPr id="1213" name="Google Shape;1213;g3dabb2bcb99_0_1437"/>
          <p:cNvSpPr/>
          <p:nvPr/>
        </p:nvSpPr>
        <p:spPr>
          <a:xfrm>
            <a:off x="3326765" y="370056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4" name="Google Shape;1214;g3dabb2bcb99_0_1437"/>
          <p:cNvSpPr/>
          <p:nvPr/>
        </p:nvSpPr>
        <p:spPr>
          <a:xfrm>
            <a:off x="1473674" y="4918675"/>
            <a:ext cx="57447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상태</a:t>
            </a:r>
            <a:endParaRPr/>
          </a:p>
        </p:txBody>
      </p:sp>
      <p:sp>
        <p:nvSpPr>
          <p:cNvPr id="1215" name="Google Shape;1215;g3dabb2bcb99_0_1437"/>
          <p:cNvSpPr/>
          <p:nvPr/>
        </p:nvSpPr>
        <p:spPr>
          <a:xfrm>
            <a:off x="3089275" y="5536692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</a:t>
            </a:r>
            <a:endParaRPr/>
          </a:p>
        </p:txBody>
      </p:sp>
      <p:sp>
        <p:nvSpPr>
          <p:cNvPr id="1216" name="Google Shape;1216;g3dabb2bcb99_0_1437"/>
          <p:cNvSpPr/>
          <p:nvPr/>
        </p:nvSpPr>
        <p:spPr>
          <a:xfrm>
            <a:off x="4354194" y="5538455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거절</a:t>
            </a:r>
            <a:endParaRPr/>
          </a:p>
        </p:txBody>
      </p:sp>
      <p:sp>
        <p:nvSpPr>
          <p:cNvPr id="1217" name="Google Shape;1217;g3dabb2bcb99_0_1437"/>
          <p:cNvSpPr/>
          <p:nvPr/>
        </p:nvSpPr>
        <p:spPr>
          <a:xfrm>
            <a:off x="1347154" y="2342092"/>
            <a:ext cx="995700" cy="416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목록으로</a:t>
            </a:r>
            <a:endParaRPr/>
          </a:p>
        </p:txBody>
      </p:sp>
      <p:sp>
        <p:nvSpPr>
          <p:cNvPr id="1218" name="Google Shape;1218;g3dabb2bcb99_0_1437"/>
          <p:cNvSpPr/>
          <p:nvPr/>
        </p:nvSpPr>
        <p:spPr>
          <a:xfrm>
            <a:off x="1073624" y="233586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9" name="Google Shape;1219;g3dabb2bcb99_0_1437"/>
          <p:cNvSpPr/>
          <p:nvPr/>
        </p:nvSpPr>
        <p:spPr>
          <a:xfrm>
            <a:off x="3387090" y="493072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0" name="Google Shape;1220;g3dabb2bcb99_0_1437"/>
          <p:cNvSpPr/>
          <p:nvPr/>
        </p:nvSpPr>
        <p:spPr>
          <a:xfrm>
            <a:off x="2926715" y="553669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1" name="Google Shape;1221;g3dabb2bcb99_0_1437"/>
          <p:cNvSpPr/>
          <p:nvPr/>
        </p:nvSpPr>
        <p:spPr>
          <a:xfrm>
            <a:off x="4219575" y="555516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dabb2bcb99_0_362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7" name="Google Shape;1227;g3dabb2bcb99_0_362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28" name="Google Shape;1228;g3dabb2bcb99_0_362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229" name="Google Shape;1229;g3dabb2bcb99_0_362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채팅창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g3dabb2bcb99_0_362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채팅 메인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3dabb2bcb99_0_362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CHAT-01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232" name="Google Shape;1232;g3dabb2bcb99_0_362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3" name="Google Shape;1233;g3dabb2bcb99_0_362"/>
          <p:cNvSpPr txBox="1"/>
          <p:nvPr/>
        </p:nvSpPr>
        <p:spPr>
          <a:xfrm>
            <a:off x="8648699" y="0"/>
            <a:ext cx="35433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이미 입장한 채팅방 목록을 보여주며 클릭시 해당 채팅 화면을 2번영역에 출력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채팅방에 참여하지 않은 상태면 환영메시지 출력, +를 눌러 채팅방을 만들거나 채팅방 코드를 통해 채팅 참여하라는 문구 출력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채팅방을 목록으로 보여주는 공간</a:t>
            </a:r>
            <a:b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(카테고리 분류)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채팅방 생성/입장 버튼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4" name="Google Shape;1234;g3dabb2bcb99_0_362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5" name="Google Shape;1235;g3dabb2bcb99_0_362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6" name="Google Shape;1236;g3dabb2bcb99_0_362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7" name="Google Shape;1237;g3dabb2bcb99_0_362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8" name="Google Shape;1238;g3dabb2bcb99_0_362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9" name="Google Shape;1239;g3dabb2bcb99_0_362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0" name="Google Shape;1240;g3dabb2bcb99_0_362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1" name="Google Shape;1241;g3dabb2bcb99_0_362"/>
          <p:cNvSpPr/>
          <p:nvPr/>
        </p:nvSpPr>
        <p:spPr>
          <a:xfrm>
            <a:off x="715275" y="2263825"/>
            <a:ext cx="7547400" cy="3948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2" name="Google Shape;1242;g3dabb2bcb99_0_362"/>
          <p:cNvSpPr txBox="1"/>
          <p:nvPr/>
        </p:nvSpPr>
        <p:spPr>
          <a:xfrm>
            <a:off x="715285" y="174063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g3dabb2bcb99_0_362"/>
          <p:cNvSpPr txBox="1"/>
          <p:nvPr/>
        </p:nvSpPr>
        <p:spPr>
          <a:xfrm>
            <a:off x="12976284" y="1826115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폼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g3dabb2bcb99_0_362"/>
          <p:cNvSpPr/>
          <p:nvPr/>
        </p:nvSpPr>
        <p:spPr>
          <a:xfrm>
            <a:off x="-2898201" y="421210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5" name="Google Shape;1245;g3dabb2bcb99_0_362"/>
          <p:cNvSpPr/>
          <p:nvPr/>
        </p:nvSpPr>
        <p:spPr>
          <a:xfrm>
            <a:off x="-2898190" y="461229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6" name="Google Shape;1246;g3dabb2bcb99_0_362"/>
          <p:cNvSpPr/>
          <p:nvPr/>
        </p:nvSpPr>
        <p:spPr>
          <a:xfrm>
            <a:off x="889900" y="24454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채팅방1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7" name="Google Shape;1247;g3dabb2bcb99_0_362"/>
          <p:cNvSpPr/>
          <p:nvPr/>
        </p:nvSpPr>
        <p:spPr>
          <a:xfrm>
            <a:off x="715277" y="226382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48" name="Google Shape;1248;g3dabb2bcb99_0_362"/>
          <p:cNvCxnSpPr/>
          <p:nvPr/>
        </p:nvCxnSpPr>
        <p:spPr>
          <a:xfrm>
            <a:off x="2131900" y="2289500"/>
            <a:ext cx="0" cy="39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9" name="Google Shape;1249;g3dabb2bcb99_0_362"/>
          <p:cNvSpPr/>
          <p:nvPr/>
        </p:nvSpPr>
        <p:spPr>
          <a:xfrm>
            <a:off x="889900" y="31502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채팅방2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0" name="Google Shape;1250;g3dabb2bcb99_0_362"/>
          <p:cNvSpPr/>
          <p:nvPr/>
        </p:nvSpPr>
        <p:spPr>
          <a:xfrm>
            <a:off x="889900" y="38550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채팅방3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1" name="Google Shape;1251;g3dabb2bcb99_0_362"/>
          <p:cNvSpPr/>
          <p:nvPr/>
        </p:nvSpPr>
        <p:spPr>
          <a:xfrm>
            <a:off x="889900" y="5012500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2" name="Google Shape;1252;g3dabb2bcb99_0_362"/>
          <p:cNvSpPr txBox="1"/>
          <p:nvPr/>
        </p:nvSpPr>
        <p:spPr>
          <a:xfrm>
            <a:off x="1266100" y="4212100"/>
            <a:ext cx="6753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3" name="Google Shape;1253;g3dabb2bcb99_0_362"/>
          <p:cNvSpPr txBox="1"/>
          <p:nvPr/>
        </p:nvSpPr>
        <p:spPr>
          <a:xfrm>
            <a:off x="1820175" y="4956500"/>
            <a:ext cx="691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4" name="Google Shape;1254;g3dabb2bcb99_0_362"/>
          <p:cNvSpPr/>
          <p:nvPr/>
        </p:nvSpPr>
        <p:spPr>
          <a:xfrm>
            <a:off x="2253102" y="244543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5" name="Google Shape;1255;g3dabb2bcb99_0_362"/>
          <p:cNvSpPr/>
          <p:nvPr/>
        </p:nvSpPr>
        <p:spPr>
          <a:xfrm>
            <a:off x="2748550" y="3345674"/>
            <a:ext cx="4830900" cy="2516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6" name="Google Shape;1256;g3dabb2bcb99_0_362"/>
          <p:cNvSpPr/>
          <p:nvPr/>
        </p:nvSpPr>
        <p:spPr>
          <a:xfrm>
            <a:off x="889902" y="489547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7" name="Google Shape;1257;g3dabb2bcb99_0_362"/>
          <p:cNvSpPr/>
          <p:nvPr/>
        </p:nvSpPr>
        <p:spPr>
          <a:xfrm>
            <a:off x="2870277" y="341005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dabb2bcb99_0_397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3" name="Google Shape;1263;g3dabb2bcb99_0_397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64" name="Google Shape;1264;g3dabb2bcb99_0_397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265" name="Google Shape;1265;g3dabb2bcb99_0_397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채팅창(+) 생성/입장 선택화면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g3dabb2bcb99_0_397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채팅 메인 화면 &gt; + 버튼 &gt; 모달 창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g3dabb2bcb99_0_397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CHAT-02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268" name="Google Shape;1268;g3dabb2bcb99_0_397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9" name="Google Shape;1269;g3dabb2bcb99_0_397"/>
          <p:cNvSpPr txBox="1"/>
          <p:nvPr/>
        </p:nvSpPr>
        <p:spPr>
          <a:xfrm>
            <a:off x="8648699" y="0"/>
            <a:ext cx="3543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채팅방 생성 페이지로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채팅방 입장 페이지로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0" name="Google Shape;1270;g3dabb2bcb99_0_397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1" name="Google Shape;1271;g3dabb2bcb99_0_397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2" name="Google Shape;1272;g3dabb2bcb99_0_397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3" name="Google Shape;1273;g3dabb2bcb99_0_397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4" name="Google Shape;1274;g3dabb2bcb99_0_397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5" name="Google Shape;1275;g3dabb2bcb99_0_397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6" name="Google Shape;1276;g3dabb2bcb99_0_397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7" name="Google Shape;1277;g3dabb2bcb99_0_397"/>
          <p:cNvSpPr/>
          <p:nvPr/>
        </p:nvSpPr>
        <p:spPr>
          <a:xfrm>
            <a:off x="715275" y="2263825"/>
            <a:ext cx="7547400" cy="3948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8" name="Google Shape;1278;g3dabb2bcb99_0_397"/>
          <p:cNvSpPr txBox="1"/>
          <p:nvPr/>
        </p:nvSpPr>
        <p:spPr>
          <a:xfrm>
            <a:off x="715285" y="174063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g3dabb2bcb99_0_397"/>
          <p:cNvSpPr txBox="1"/>
          <p:nvPr/>
        </p:nvSpPr>
        <p:spPr>
          <a:xfrm>
            <a:off x="12976284" y="1826115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폼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g3dabb2bcb99_0_397"/>
          <p:cNvSpPr txBox="1"/>
          <p:nvPr/>
        </p:nvSpPr>
        <p:spPr>
          <a:xfrm>
            <a:off x="1820175" y="4956500"/>
            <a:ext cx="691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1" name="Google Shape;1281;g3dabb2bcb99_0_397"/>
          <p:cNvSpPr/>
          <p:nvPr/>
        </p:nvSpPr>
        <p:spPr>
          <a:xfrm>
            <a:off x="1092325" y="2631550"/>
            <a:ext cx="3099900" cy="29406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2" name="Google Shape;1282;g3dabb2bcb99_0_397"/>
          <p:cNvSpPr/>
          <p:nvPr/>
        </p:nvSpPr>
        <p:spPr>
          <a:xfrm>
            <a:off x="4747550" y="2631550"/>
            <a:ext cx="3099900" cy="29406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입장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3" name="Google Shape;1283;g3dabb2bcb99_0_397"/>
          <p:cNvSpPr/>
          <p:nvPr/>
        </p:nvSpPr>
        <p:spPr>
          <a:xfrm>
            <a:off x="1223977" y="283145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4" name="Google Shape;1284;g3dabb2bcb99_0_397"/>
          <p:cNvSpPr/>
          <p:nvPr/>
        </p:nvSpPr>
        <p:spPr>
          <a:xfrm>
            <a:off x="4881577" y="283145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dabb2bcb99_0_423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0" name="Google Shape;1290;g3dabb2bcb99_0_423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91" name="Google Shape;1291;g3dabb2bcb99_0_423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292" name="Google Shape;1292;g3dabb2bcb99_0_423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채팅창 생성/수정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g3dabb2bcb99_0_423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 메인 화면 &gt; + 버튼 &gt; 모달 창 &gt; 생성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94" name="Google Shape;1294;g3dabb2bcb99_0_423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CHAT-03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295" name="Google Shape;1295;g3dabb2bcb99_0_423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6" name="Google Shape;1296;g3dabb2bcb99_0_423"/>
          <p:cNvSpPr txBox="1"/>
          <p:nvPr/>
        </p:nvSpPr>
        <p:spPr>
          <a:xfrm>
            <a:off x="8648699" y="0"/>
            <a:ext cx="3543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방 프로필 사진(미선택시 기본 방 프로필)</a:t>
            </a:r>
            <a:b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셀렉트 박스로 채팅방의 카테고리 설정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수정시 수정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7" name="Google Shape;1297;g3dabb2bcb99_0_423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8" name="Google Shape;1298;g3dabb2bcb99_0_423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9" name="Google Shape;1299;g3dabb2bcb99_0_423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0" name="Google Shape;1300;g3dabb2bcb99_0_423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1" name="Google Shape;1301;g3dabb2bcb99_0_423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2" name="Google Shape;1302;g3dabb2bcb99_0_423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3" name="Google Shape;1303;g3dabb2bcb99_0_423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4" name="Google Shape;1304;g3dabb2bcb99_0_423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 생성 / 수정화면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g3dabb2bcb99_0_423"/>
          <p:cNvSpPr/>
          <p:nvPr/>
        </p:nvSpPr>
        <p:spPr>
          <a:xfrm>
            <a:off x="2346750" y="2836225"/>
            <a:ext cx="4132500" cy="2964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6" name="Google Shape;1306;g3dabb2bcb99_0_423"/>
          <p:cNvSpPr/>
          <p:nvPr/>
        </p:nvSpPr>
        <p:spPr>
          <a:xfrm>
            <a:off x="3850025" y="3128767"/>
            <a:ext cx="1046400" cy="8745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 프로필 사진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g3dabb2bcb99_0_423"/>
          <p:cNvSpPr/>
          <p:nvPr/>
        </p:nvSpPr>
        <p:spPr>
          <a:xfrm>
            <a:off x="3153900" y="4133594"/>
            <a:ext cx="2531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8" name="Google Shape;1308;g3dabb2bcb99_0_423"/>
          <p:cNvGrpSpPr/>
          <p:nvPr/>
        </p:nvGrpSpPr>
        <p:grpSpPr>
          <a:xfrm>
            <a:off x="3629632" y="5407507"/>
            <a:ext cx="1579940" cy="335400"/>
            <a:chOff x="4800738" y="5943600"/>
            <a:chExt cx="1579940" cy="335400"/>
          </a:xfrm>
        </p:grpSpPr>
        <p:sp>
          <p:nvSpPr>
            <p:cNvPr id="1309" name="Google Shape;1309;g3dabb2bcb99_0_423"/>
            <p:cNvSpPr/>
            <p:nvPr/>
          </p:nvSpPr>
          <p:spPr>
            <a:xfrm>
              <a:off x="4800738" y="59436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g3dabb2bcb99_0_423"/>
            <p:cNvSpPr/>
            <p:nvPr/>
          </p:nvSpPr>
          <p:spPr>
            <a:xfrm>
              <a:off x="5679578" y="59436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생성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1" name="Google Shape;1311;g3dabb2bcb99_0_423"/>
          <p:cNvSpPr/>
          <p:nvPr/>
        </p:nvSpPr>
        <p:spPr>
          <a:xfrm>
            <a:off x="3153900" y="4731319"/>
            <a:ext cx="2531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g3dabb2bcb99_0_423"/>
          <p:cNvSpPr/>
          <p:nvPr/>
        </p:nvSpPr>
        <p:spPr>
          <a:xfrm>
            <a:off x="3449827" y="307010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3" name="Google Shape;1313;g3dabb2bcb99_0_423"/>
          <p:cNvSpPr/>
          <p:nvPr/>
        </p:nvSpPr>
        <p:spPr>
          <a:xfrm>
            <a:off x="3388877" y="4133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4" name="Google Shape;1314;g3dabb2bcb99_0_423"/>
          <p:cNvSpPr/>
          <p:nvPr/>
        </p:nvSpPr>
        <p:spPr>
          <a:xfrm>
            <a:off x="4303727" y="5329043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dabb2bcb99_0_452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0" name="Google Shape;1320;g3dabb2bcb99_0_452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21" name="Google Shape;1321;g3dabb2bcb99_0_452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322" name="Google Shape;1322;g3dabb2bcb99_0_452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채팅창 입장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g3dabb2bcb99_0_452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 메인 화면 &gt; + 버튼 &gt; 모달 창 &gt; 입장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4" name="Google Shape;1324;g3dabb2bcb99_0_452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CHAT-04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325" name="Google Shape;1325;g3dabb2bcb99_0_452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6" name="Google Shape;1326;g3dabb2bcb99_0_452"/>
          <p:cNvSpPr txBox="1"/>
          <p:nvPr/>
        </p:nvSpPr>
        <p:spPr>
          <a:xfrm>
            <a:off x="8648699" y="0"/>
            <a:ext cx="3543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방 프로필 사진(미선택시 기본 방 프로필)</a:t>
            </a:r>
            <a:b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셀렉트 박스로 채팅방의 카테고리 설정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7" name="Google Shape;1327;g3dabb2bcb99_0_452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8" name="Google Shape;1328;g3dabb2bcb99_0_452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9" name="Google Shape;1329;g3dabb2bcb99_0_452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0" name="Google Shape;1330;g3dabb2bcb99_0_452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1" name="Google Shape;1331;g3dabb2bcb99_0_452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2" name="Google Shape;1332;g3dabb2bcb99_0_452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3" name="Google Shape;1333;g3dabb2bcb99_0_452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4" name="Google Shape;1334;g3dabb2bcb99_0_452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g3dabb2bcb99_0_452"/>
          <p:cNvSpPr/>
          <p:nvPr/>
        </p:nvSpPr>
        <p:spPr>
          <a:xfrm>
            <a:off x="2346750" y="2836225"/>
            <a:ext cx="4132500" cy="2964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6" name="Google Shape;1336;g3dabb2bcb99_0_452"/>
          <p:cNvSpPr/>
          <p:nvPr/>
        </p:nvSpPr>
        <p:spPr>
          <a:xfrm>
            <a:off x="3153900" y="3692531"/>
            <a:ext cx="2531400" cy="46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입장 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7" name="Google Shape;1337;g3dabb2bcb99_0_452"/>
          <p:cNvGrpSpPr/>
          <p:nvPr/>
        </p:nvGrpSpPr>
        <p:grpSpPr>
          <a:xfrm>
            <a:off x="3623032" y="4550257"/>
            <a:ext cx="1579940" cy="335400"/>
            <a:chOff x="4794138" y="5086350"/>
            <a:chExt cx="1579940" cy="335400"/>
          </a:xfrm>
        </p:grpSpPr>
        <p:sp>
          <p:nvSpPr>
            <p:cNvPr id="1338" name="Google Shape;1338;g3dabb2bcb99_0_452"/>
            <p:cNvSpPr/>
            <p:nvPr/>
          </p:nvSpPr>
          <p:spPr>
            <a:xfrm>
              <a:off x="4794138" y="508635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g3dabb2bcb99_0_452"/>
            <p:cNvSpPr/>
            <p:nvPr/>
          </p:nvSpPr>
          <p:spPr>
            <a:xfrm>
              <a:off x="5672978" y="508635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입장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0" name="Google Shape;1340;g3dabb2bcb99_0_452"/>
          <p:cNvSpPr/>
          <p:nvPr/>
        </p:nvSpPr>
        <p:spPr>
          <a:xfrm>
            <a:off x="3222827" y="372612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dabb2bcb99_0_477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6" name="Google Shape;1346;g3dabb2bcb99_0_477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47" name="Google Shape;1347;g3dabb2bcb99_0_477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348" name="Google Shape;1348;g3dabb2bcb99_0_477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채팅창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g3dabb2bcb99_0_477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 메인 화면 &gt; 채팅방 선택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g3dabb2bcb99_0_477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CHAT-05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351" name="Google Shape;1351;g3dabb2bcb99_0_477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2" name="Google Shape;1352;g3dabb2bcb99_0_477"/>
          <p:cNvSpPr txBox="1"/>
          <p:nvPr/>
        </p:nvSpPr>
        <p:spPr>
          <a:xfrm>
            <a:off x="8648699" y="0"/>
            <a:ext cx="3543300" cy="6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경매탭 클릭시 해당 화면을 상하로 나누고 채팅방의 카테고리 관련 경매4개를 상단부에 표출한다.(채팅도 그대로 사용가능)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방 프로필을 우클릭시 방나가기/알람끄기/ (방장일시) 방수정(삭제)/ 초대하기가 표시된다.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채팅방 참여자 목록을 보여준다.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해당 채팅방의 채팅을 보여주며 위로 새로운 채팅이 기존채팅을 위로 올리고 보여진다. (입장시에는 최대 20개의 대화내용을 보여주고 위로 올리면 로딩후 그전 대화 내용을 가져온다.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특정 키워드 채팅을 감지하면 이 영역에 경매추천을 표시한다.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이미지나 이모티콘을 출력할 수 있는 버튼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채팅입력 창 특정키입력을 통해 귓속말 등의 특수채팅이 가능하다.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(고려. 귓속말 처리를 개인 페이지를 따로)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3" name="Google Shape;1353;g3dabb2bcb99_0_477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4" name="Google Shape;1354;g3dabb2bcb99_0_477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5" name="Google Shape;1355;g3dabb2bcb99_0_477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6" name="Google Shape;1356;g3dabb2bcb99_0_477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7" name="Google Shape;1357;g3dabb2bcb99_0_477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8" name="Google Shape;1358;g3dabb2bcb99_0_477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9" name="Google Shape;1359;g3dabb2bcb99_0_477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0" name="Google Shape;1360;g3dabb2bcb99_0_477"/>
          <p:cNvSpPr/>
          <p:nvPr/>
        </p:nvSpPr>
        <p:spPr>
          <a:xfrm>
            <a:off x="715275" y="2263825"/>
            <a:ext cx="7547400" cy="3948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1" name="Google Shape;1361;g3dabb2bcb99_0_477"/>
          <p:cNvSpPr txBox="1"/>
          <p:nvPr/>
        </p:nvSpPr>
        <p:spPr>
          <a:xfrm>
            <a:off x="715285" y="174063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g3dabb2bcb99_0_477"/>
          <p:cNvSpPr txBox="1"/>
          <p:nvPr/>
        </p:nvSpPr>
        <p:spPr>
          <a:xfrm>
            <a:off x="12976284" y="1826115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폼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g3dabb2bcb99_0_477"/>
          <p:cNvSpPr/>
          <p:nvPr/>
        </p:nvSpPr>
        <p:spPr>
          <a:xfrm>
            <a:off x="-2898201" y="421210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4" name="Google Shape;1364;g3dabb2bcb99_0_477"/>
          <p:cNvSpPr/>
          <p:nvPr/>
        </p:nvSpPr>
        <p:spPr>
          <a:xfrm>
            <a:off x="-2898190" y="461229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5" name="Google Shape;1365;g3dabb2bcb99_0_477"/>
          <p:cNvSpPr/>
          <p:nvPr/>
        </p:nvSpPr>
        <p:spPr>
          <a:xfrm>
            <a:off x="889900" y="24454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채팅방1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66" name="Google Shape;1366;g3dabb2bcb99_0_477"/>
          <p:cNvCxnSpPr/>
          <p:nvPr/>
        </p:nvCxnSpPr>
        <p:spPr>
          <a:xfrm>
            <a:off x="2131900" y="2289500"/>
            <a:ext cx="0" cy="39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7" name="Google Shape;1367;g3dabb2bcb99_0_477"/>
          <p:cNvSpPr/>
          <p:nvPr/>
        </p:nvSpPr>
        <p:spPr>
          <a:xfrm>
            <a:off x="889900" y="31502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채팅방2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8" name="Google Shape;1368;g3dabb2bcb99_0_477"/>
          <p:cNvSpPr/>
          <p:nvPr/>
        </p:nvSpPr>
        <p:spPr>
          <a:xfrm>
            <a:off x="889900" y="38550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채팅방3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9" name="Google Shape;1369;g3dabb2bcb99_0_477"/>
          <p:cNvSpPr/>
          <p:nvPr/>
        </p:nvSpPr>
        <p:spPr>
          <a:xfrm>
            <a:off x="889900" y="5012500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0" name="Google Shape;1370;g3dabb2bcb99_0_477"/>
          <p:cNvSpPr txBox="1"/>
          <p:nvPr/>
        </p:nvSpPr>
        <p:spPr>
          <a:xfrm>
            <a:off x="1266100" y="4212100"/>
            <a:ext cx="6753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1" name="Google Shape;1371;g3dabb2bcb99_0_477"/>
          <p:cNvSpPr txBox="1"/>
          <p:nvPr/>
        </p:nvSpPr>
        <p:spPr>
          <a:xfrm>
            <a:off x="1820175" y="4956500"/>
            <a:ext cx="691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72" name="Google Shape;1372;g3dabb2bcb99_0_477"/>
          <p:cNvCxnSpPr/>
          <p:nvPr/>
        </p:nvCxnSpPr>
        <p:spPr>
          <a:xfrm>
            <a:off x="7358750" y="2289500"/>
            <a:ext cx="0" cy="39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3" name="Google Shape;1373;g3dabb2bcb99_0_477"/>
          <p:cNvSpPr/>
          <p:nvPr/>
        </p:nvSpPr>
        <p:spPr>
          <a:xfrm>
            <a:off x="2653038" y="5736375"/>
            <a:ext cx="45993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입력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g3dabb2bcb99_0_477"/>
          <p:cNvSpPr/>
          <p:nvPr/>
        </p:nvSpPr>
        <p:spPr>
          <a:xfrm>
            <a:off x="2131900" y="2263825"/>
            <a:ext cx="905400" cy="290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g3dabb2bcb99_0_477"/>
          <p:cNvSpPr/>
          <p:nvPr/>
        </p:nvSpPr>
        <p:spPr>
          <a:xfrm>
            <a:off x="2234625" y="2726263"/>
            <a:ext cx="4911300" cy="28833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6" name="Google Shape;1376;g3dabb2bcb99_0_477"/>
          <p:cNvSpPr/>
          <p:nvPr/>
        </p:nvSpPr>
        <p:spPr>
          <a:xfrm>
            <a:off x="2189325" y="5736375"/>
            <a:ext cx="3573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g3dabb2bcb99_0_477"/>
          <p:cNvSpPr/>
          <p:nvPr/>
        </p:nvSpPr>
        <p:spPr>
          <a:xfrm>
            <a:off x="1931802" y="201602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8" name="Google Shape;1378;g3dabb2bcb99_0_477"/>
          <p:cNvSpPr/>
          <p:nvPr/>
        </p:nvSpPr>
        <p:spPr>
          <a:xfrm>
            <a:off x="2429025" y="5378805"/>
            <a:ext cx="4511400" cy="156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9" name="Google Shape;1379;g3dabb2bcb99_0_477"/>
          <p:cNvSpPr/>
          <p:nvPr/>
        </p:nvSpPr>
        <p:spPr>
          <a:xfrm>
            <a:off x="1610502" y="2685472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0" name="Google Shape;1380;g3dabb2bcb99_0_477"/>
          <p:cNvSpPr/>
          <p:nvPr/>
        </p:nvSpPr>
        <p:spPr>
          <a:xfrm>
            <a:off x="7358752" y="23427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1" name="Google Shape;1381;g3dabb2bcb99_0_477"/>
          <p:cNvSpPr/>
          <p:nvPr/>
        </p:nvSpPr>
        <p:spPr>
          <a:xfrm>
            <a:off x="2253102" y="28732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2" name="Google Shape;1382;g3dabb2bcb99_0_477"/>
          <p:cNvSpPr/>
          <p:nvPr/>
        </p:nvSpPr>
        <p:spPr>
          <a:xfrm>
            <a:off x="2332002" y="517191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3" name="Google Shape;1383;g3dabb2bcb99_0_477"/>
          <p:cNvSpPr/>
          <p:nvPr/>
        </p:nvSpPr>
        <p:spPr>
          <a:xfrm>
            <a:off x="2742077" y="56581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4" name="Google Shape;1384;g3dabb2bcb99_0_477"/>
          <p:cNvSpPr/>
          <p:nvPr/>
        </p:nvSpPr>
        <p:spPr>
          <a:xfrm>
            <a:off x="873075" y="5596650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5" name="Google Shape;1385;g3dabb2bcb99_0_477"/>
          <p:cNvSpPr/>
          <p:nvPr/>
        </p:nvSpPr>
        <p:spPr>
          <a:xfrm>
            <a:off x="1931802" y="560957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6" name="Google Shape;1386;g3dabb2bcb99_0_477"/>
          <p:cNvSpPr/>
          <p:nvPr/>
        </p:nvSpPr>
        <p:spPr>
          <a:xfrm>
            <a:off x="715277" y="560957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고려</a:t>
            </a:r>
            <a:endParaRPr b="1" i="0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dabb2bcb99_0_522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2" name="Google Shape;1392;g3dabb2bcb99_0_522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93" name="Google Shape;1393;g3dabb2bcb99_0_522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394" name="Google Shape;1394;g3dabb2bcb99_0_522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채팅창 경매탭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g3dabb2bcb99_0_522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 메인 화면 &gt; 채팅방 선택 &gt;경매탭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g3dabb2bcb99_0_522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CHAT-06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397" name="Google Shape;1397;g3dabb2bcb99_0_522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8" name="Google Shape;1398;g3dabb2bcb99_0_522"/>
          <p:cNvSpPr txBox="1"/>
          <p:nvPr/>
        </p:nvSpPr>
        <p:spPr>
          <a:xfrm>
            <a:off x="8648699" y="0"/>
            <a:ext cx="35433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경매탭 클릭을 하거나 채팅추천을 받아 알림 클릭시 경매탭이 활성화된다.</a:t>
            </a:r>
            <a:b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 카테고리를 최대 4개까지 보여주며, 추천으로 들어간 경우  (채팅은 계속 이용할 수 있다.)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관련경매를 누르면 다른 경매를 안보여주고 그 경매만 보여준다(참여중이라면 화면이 경매 화면이 조금 더 커짐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9" name="Google Shape;1399;g3dabb2bcb99_0_522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0" name="Google Shape;1400;g3dabb2bcb99_0_522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1" name="Google Shape;1401;g3dabb2bcb99_0_522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2" name="Google Shape;1402;g3dabb2bcb99_0_522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3" name="Google Shape;1403;g3dabb2bcb99_0_522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4" name="Google Shape;1404;g3dabb2bcb99_0_522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5" name="Google Shape;1405;g3dabb2bcb99_0_522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6" name="Google Shape;1406;g3dabb2bcb99_0_522"/>
          <p:cNvSpPr/>
          <p:nvPr/>
        </p:nvSpPr>
        <p:spPr>
          <a:xfrm>
            <a:off x="715275" y="2263825"/>
            <a:ext cx="7547400" cy="3948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7" name="Google Shape;1407;g3dabb2bcb99_0_522"/>
          <p:cNvSpPr txBox="1"/>
          <p:nvPr/>
        </p:nvSpPr>
        <p:spPr>
          <a:xfrm>
            <a:off x="715285" y="174063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g3dabb2bcb99_0_522"/>
          <p:cNvSpPr txBox="1"/>
          <p:nvPr/>
        </p:nvSpPr>
        <p:spPr>
          <a:xfrm>
            <a:off x="12976284" y="1826115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폼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g3dabb2bcb99_0_522"/>
          <p:cNvSpPr/>
          <p:nvPr/>
        </p:nvSpPr>
        <p:spPr>
          <a:xfrm>
            <a:off x="-2898201" y="421210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0" name="Google Shape;1410;g3dabb2bcb99_0_522"/>
          <p:cNvSpPr/>
          <p:nvPr/>
        </p:nvSpPr>
        <p:spPr>
          <a:xfrm>
            <a:off x="-2898190" y="461229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1" name="Google Shape;1411;g3dabb2bcb99_0_522"/>
          <p:cNvSpPr/>
          <p:nvPr/>
        </p:nvSpPr>
        <p:spPr>
          <a:xfrm>
            <a:off x="889900" y="24454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채팅방1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12" name="Google Shape;1412;g3dabb2bcb99_0_522"/>
          <p:cNvCxnSpPr/>
          <p:nvPr/>
        </p:nvCxnSpPr>
        <p:spPr>
          <a:xfrm>
            <a:off x="2131900" y="2289500"/>
            <a:ext cx="0" cy="39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3" name="Google Shape;1413;g3dabb2bcb99_0_522"/>
          <p:cNvSpPr/>
          <p:nvPr/>
        </p:nvSpPr>
        <p:spPr>
          <a:xfrm>
            <a:off x="889900" y="31502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채팅방2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4" name="Google Shape;1414;g3dabb2bcb99_0_522"/>
          <p:cNvSpPr/>
          <p:nvPr/>
        </p:nvSpPr>
        <p:spPr>
          <a:xfrm>
            <a:off x="889900" y="38550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채팅방3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5" name="Google Shape;1415;g3dabb2bcb99_0_522"/>
          <p:cNvSpPr/>
          <p:nvPr/>
        </p:nvSpPr>
        <p:spPr>
          <a:xfrm>
            <a:off x="889900" y="5012500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6" name="Google Shape;1416;g3dabb2bcb99_0_522"/>
          <p:cNvSpPr txBox="1"/>
          <p:nvPr/>
        </p:nvSpPr>
        <p:spPr>
          <a:xfrm>
            <a:off x="1266100" y="4212100"/>
            <a:ext cx="6753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7" name="Google Shape;1417;g3dabb2bcb99_0_522"/>
          <p:cNvSpPr txBox="1"/>
          <p:nvPr/>
        </p:nvSpPr>
        <p:spPr>
          <a:xfrm>
            <a:off x="1820175" y="4956500"/>
            <a:ext cx="691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18" name="Google Shape;1418;g3dabb2bcb99_0_522"/>
          <p:cNvCxnSpPr/>
          <p:nvPr/>
        </p:nvCxnSpPr>
        <p:spPr>
          <a:xfrm>
            <a:off x="7358750" y="2289500"/>
            <a:ext cx="0" cy="39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9" name="Google Shape;1419;g3dabb2bcb99_0_522"/>
          <p:cNvSpPr/>
          <p:nvPr/>
        </p:nvSpPr>
        <p:spPr>
          <a:xfrm>
            <a:off x="2653038" y="5736375"/>
            <a:ext cx="45993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입력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g3dabb2bcb99_0_522"/>
          <p:cNvSpPr/>
          <p:nvPr/>
        </p:nvSpPr>
        <p:spPr>
          <a:xfrm>
            <a:off x="2234625" y="4355468"/>
            <a:ext cx="4911300" cy="12540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1" name="Google Shape;1421;g3dabb2bcb99_0_522"/>
          <p:cNvSpPr/>
          <p:nvPr/>
        </p:nvSpPr>
        <p:spPr>
          <a:xfrm>
            <a:off x="2189325" y="5736375"/>
            <a:ext cx="3573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g3dabb2bcb99_0_522"/>
          <p:cNvSpPr/>
          <p:nvPr/>
        </p:nvSpPr>
        <p:spPr>
          <a:xfrm>
            <a:off x="2429025" y="5378805"/>
            <a:ext cx="4511400" cy="156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3" name="Google Shape;1423;g3dabb2bcb99_0_522"/>
          <p:cNvSpPr/>
          <p:nvPr/>
        </p:nvSpPr>
        <p:spPr>
          <a:xfrm>
            <a:off x="2229075" y="2445425"/>
            <a:ext cx="4911300" cy="16620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4" name="Google Shape;1424;g3dabb2bcb99_0_522"/>
          <p:cNvSpPr/>
          <p:nvPr/>
        </p:nvSpPr>
        <p:spPr>
          <a:xfrm>
            <a:off x="2131900" y="2263825"/>
            <a:ext cx="905400" cy="290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g3dabb2bcb99_0_522"/>
          <p:cNvSpPr/>
          <p:nvPr/>
        </p:nvSpPr>
        <p:spPr>
          <a:xfrm>
            <a:off x="2320325" y="2631550"/>
            <a:ext cx="1008600" cy="1254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6" name="Google Shape;1426;g3dabb2bcb99_0_522"/>
          <p:cNvSpPr/>
          <p:nvPr/>
        </p:nvSpPr>
        <p:spPr>
          <a:xfrm>
            <a:off x="3465750" y="2631550"/>
            <a:ext cx="1008600" cy="1254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7" name="Google Shape;1427;g3dabb2bcb99_0_522"/>
          <p:cNvSpPr/>
          <p:nvPr/>
        </p:nvSpPr>
        <p:spPr>
          <a:xfrm>
            <a:off x="4671450" y="2631550"/>
            <a:ext cx="1008600" cy="1254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8" name="Google Shape;1428;g3dabb2bcb99_0_522"/>
          <p:cNvSpPr/>
          <p:nvPr/>
        </p:nvSpPr>
        <p:spPr>
          <a:xfrm>
            <a:off x="5877150" y="2631550"/>
            <a:ext cx="1008600" cy="12540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관련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9" name="Google Shape;1429;g3dabb2bcb99_0_522"/>
          <p:cNvSpPr/>
          <p:nvPr/>
        </p:nvSpPr>
        <p:spPr>
          <a:xfrm>
            <a:off x="2977477" y="215442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0" name="Google Shape;1430;g3dabb2bcb99_0_522"/>
          <p:cNvSpPr/>
          <p:nvPr/>
        </p:nvSpPr>
        <p:spPr>
          <a:xfrm>
            <a:off x="2320327" y="26315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dabb2bcb99_0_565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6" name="Google Shape;1436;g3dabb2bcb99_0_565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37" name="Google Shape;1437;g3dabb2bcb99_0_565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438" name="Google Shape;1438;g3dabb2bcb99_0_565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채팅창 경매 참여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g3dabb2bcb99_0_565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 메인 화면 &gt; 채팅방 선택 &gt;경매탭 &gt; 경매 상세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g3dabb2bcb99_0_565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CHAT-07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441" name="Google Shape;1441;g3dabb2bcb99_0_565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2" name="Google Shape;1442;g3dabb2bcb99_0_565"/>
          <p:cNvSpPr txBox="1"/>
          <p:nvPr/>
        </p:nvSpPr>
        <p:spPr>
          <a:xfrm>
            <a:off x="8648699" y="0"/>
            <a:ext cx="35433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참여중인 경매의 정보출력 스크롤 활용</a:t>
            </a:r>
            <a:b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경매진행상황을 보여주는 로그화면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경매창이 활성화 되어있고, @와 같은 특정 키워드로 채팅시 채팅으로도 경매에 참여할 수 있다.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3" name="Google Shape;1443;g3dabb2bcb99_0_565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4" name="Google Shape;1444;g3dabb2bcb99_0_565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5" name="Google Shape;1445;g3dabb2bcb99_0_565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6" name="Google Shape;1446;g3dabb2bcb99_0_565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7" name="Google Shape;1447;g3dabb2bcb99_0_565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8" name="Google Shape;1448;g3dabb2bcb99_0_565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9" name="Google Shape;1449;g3dabb2bcb99_0_565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0" name="Google Shape;1450;g3dabb2bcb99_0_565"/>
          <p:cNvSpPr/>
          <p:nvPr/>
        </p:nvSpPr>
        <p:spPr>
          <a:xfrm>
            <a:off x="715275" y="2263825"/>
            <a:ext cx="7547400" cy="3948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1" name="Google Shape;1451;g3dabb2bcb99_0_565"/>
          <p:cNvSpPr txBox="1"/>
          <p:nvPr/>
        </p:nvSpPr>
        <p:spPr>
          <a:xfrm>
            <a:off x="715285" y="174063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g3dabb2bcb99_0_565"/>
          <p:cNvSpPr txBox="1"/>
          <p:nvPr/>
        </p:nvSpPr>
        <p:spPr>
          <a:xfrm>
            <a:off x="12976284" y="1826115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폼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g3dabb2bcb99_0_565"/>
          <p:cNvSpPr/>
          <p:nvPr/>
        </p:nvSpPr>
        <p:spPr>
          <a:xfrm>
            <a:off x="-2898201" y="421210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4" name="Google Shape;1454;g3dabb2bcb99_0_565"/>
          <p:cNvSpPr/>
          <p:nvPr/>
        </p:nvSpPr>
        <p:spPr>
          <a:xfrm>
            <a:off x="-2898190" y="461229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5" name="Google Shape;1455;g3dabb2bcb99_0_565"/>
          <p:cNvSpPr/>
          <p:nvPr/>
        </p:nvSpPr>
        <p:spPr>
          <a:xfrm>
            <a:off x="889900" y="24454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채팅방1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6" name="Google Shape;1456;g3dabb2bcb99_0_565"/>
          <p:cNvCxnSpPr/>
          <p:nvPr/>
        </p:nvCxnSpPr>
        <p:spPr>
          <a:xfrm>
            <a:off x="2131900" y="2289500"/>
            <a:ext cx="0" cy="39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7" name="Google Shape;1457;g3dabb2bcb99_0_565"/>
          <p:cNvSpPr/>
          <p:nvPr/>
        </p:nvSpPr>
        <p:spPr>
          <a:xfrm>
            <a:off x="889900" y="31502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채팅방2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8" name="Google Shape;1458;g3dabb2bcb99_0_565"/>
          <p:cNvSpPr/>
          <p:nvPr/>
        </p:nvSpPr>
        <p:spPr>
          <a:xfrm>
            <a:off x="889900" y="38550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채팅방3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9" name="Google Shape;1459;g3dabb2bcb99_0_565"/>
          <p:cNvSpPr/>
          <p:nvPr/>
        </p:nvSpPr>
        <p:spPr>
          <a:xfrm>
            <a:off x="889900" y="5012500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0" name="Google Shape;1460;g3dabb2bcb99_0_565"/>
          <p:cNvSpPr txBox="1"/>
          <p:nvPr/>
        </p:nvSpPr>
        <p:spPr>
          <a:xfrm>
            <a:off x="1266100" y="4212100"/>
            <a:ext cx="6753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1" name="Google Shape;1461;g3dabb2bcb99_0_565"/>
          <p:cNvSpPr txBox="1"/>
          <p:nvPr/>
        </p:nvSpPr>
        <p:spPr>
          <a:xfrm>
            <a:off x="1820175" y="4956500"/>
            <a:ext cx="691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62" name="Google Shape;1462;g3dabb2bcb99_0_565"/>
          <p:cNvCxnSpPr/>
          <p:nvPr/>
        </p:nvCxnSpPr>
        <p:spPr>
          <a:xfrm>
            <a:off x="7358750" y="2289500"/>
            <a:ext cx="0" cy="39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3" name="Google Shape;1463;g3dabb2bcb99_0_565"/>
          <p:cNvSpPr/>
          <p:nvPr/>
        </p:nvSpPr>
        <p:spPr>
          <a:xfrm>
            <a:off x="2653038" y="5736375"/>
            <a:ext cx="45993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입력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g3dabb2bcb99_0_565"/>
          <p:cNvSpPr/>
          <p:nvPr/>
        </p:nvSpPr>
        <p:spPr>
          <a:xfrm>
            <a:off x="2234625" y="4355468"/>
            <a:ext cx="4911300" cy="12540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5" name="Google Shape;1465;g3dabb2bcb99_0_565"/>
          <p:cNvSpPr/>
          <p:nvPr/>
        </p:nvSpPr>
        <p:spPr>
          <a:xfrm>
            <a:off x="2189325" y="5736375"/>
            <a:ext cx="3573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g3dabb2bcb99_0_565"/>
          <p:cNvSpPr/>
          <p:nvPr/>
        </p:nvSpPr>
        <p:spPr>
          <a:xfrm>
            <a:off x="2429025" y="5378805"/>
            <a:ext cx="4511400" cy="156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7" name="Google Shape;1467;g3dabb2bcb99_0_565"/>
          <p:cNvSpPr/>
          <p:nvPr/>
        </p:nvSpPr>
        <p:spPr>
          <a:xfrm>
            <a:off x="2229075" y="2445425"/>
            <a:ext cx="4911300" cy="16620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8" name="Google Shape;1468;g3dabb2bcb99_0_565"/>
          <p:cNvSpPr/>
          <p:nvPr/>
        </p:nvSpPr>
        <p:spPr>
          <a:xfrm>
            <a:off x="2131900" y="2263825"/>
            <a:ext cx="905400" cy="290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g3dabb2bcb99_0_565"/>
          <p:cNvSpPr/>
          <p:nvPr/>
        </p:nvSpPr>
        <p:spPr>
          <a:xfrm>
            <a:off x="2320325" y="2631550"/>
            <a:ext cx="4820100" cy="1997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0" name="Google Shape;1470;g3dabb2bcb99_0_565"/>
          <p:cNvSpPr/>
          <p:nvPr/>
        </p:nvSpPr>
        <p:spPr>
          <a:xfrm>
            <a:off x="2497050" y="2904302"/>
            <a:ext cx="2133900" cy="1523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1" name="Google Shape;1471;g3dabb2bcb99_0_565"/>
          <p:cNvSpPr/>
          <p:nvPr/>
        </p:nvSpPr>
        <p:spPr>
          <a:xfrm>
            <a:off x="2320327" y="263155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2" name="Google Shape;1472;g3dabb2bcb99_0_565"/>
          <p:cNvSpPr/>
          <p:nvPr/>
        </p:nvSpPr>
        <p:spPr>
          <a:xfrm>
            <a:off x="4806525" y="2904302"/>
            <a:ext cx="2133900" cy="15231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3" name="Google Shape;1473;g3dabb2bcb99_0_565"/>
          <p:cNvSpPr/>
          <p:nvPr/>
        </p:nvSpPr>
        <p:spPr>
          <a:xfrm>
            <a:off x="4768477" y="26315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4" name="Google Shape;1474;g3dabb2bcb99_0_565"/>
          <p:cNvSpPr/>
          <p:nvPr/>
        </p:nvSpPr>
        <p:spPr>
          <a:xfrm>
            <a:off x="2742077" y="570116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dabb2bcb99_0_608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6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0" name="Google Shape;1480;g3dabb2bcb99_0_608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81" name="Google Shape;1481;g3dabb2bcb99_0_608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482" name="Google Shape;1482;g3dabb2bcb99_0_608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채팅창 부가기능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g3dabb2bcb99_0_608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채팅 메인 화면 &gt; 채팅방 선택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g3dabb2bcb99_0_608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CHAT-08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485" name="Google Shape;1485;g3dabb2bcb99_0_608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6" name="Google Shape;1486;g3dabb2bcb99_0_608"/>
          <p:cNvSpPr txBox="1"/>
          <p:nvPr/>
        </p:nvSpPr>
        <p:spPr>
          <a:xfrm>
            <a:off x="8648699" y="0"/>
            <a:ext cx="3543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참여자의 이름을 클릭시 간단한 정보 출력(추가 고려: 귓속말)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파일(이미지)첨부를 하거나 이모티콘을 출력하기 위한 드롭다운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7" name="Google Shape;1487;g3dabb2bcb99_0_608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8" name="Google Shape;1488;g3dabb2bcb99_0_608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9" name="Google Shape;1489;g3dabb2bcb99_0_608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0" name="Google Shape;1490;g3dabb2bcb99_0_608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1" name="Google Shape;1491;g3dabb2bcb99_0_608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2" name="Google Shape;1492;g3dabb2bcb99_0_608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3" name="Google Shape;1493;g3dabb2bcb99_0_608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4" name="Google Shape;1494;g3dabb2bcb99_0_608"/>
          <p:cNvSpPr/>
          <p:nvPr/>
        </p:nvSpPr>
        <p:spPr>
          <a:xfrm>
            <a:off x="715275" y="2263825"/>
            <a:ext cx="7547400" cy="3948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5" name="Google Shape;1495;g3dabb2bcb99_0_608"/>
          <p:cNvSpPr txBox="1"/>
          <p:nvPr/>
        </p:nvSpPr>
        <p:spPr>
          <a:xfrm>
            <a:off x="715285" y="174063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g3dabb2bcb99_0_608"/>
          <p:cNvSpPr txBox="1"/>
          <p:nvPr/>
        </p:nvSpPr>
        <p:spPr>
          <a:xfrm>
            <a:off x="12976284" y="1826115"/>
            <a:ext cx="4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폼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g3dabb2bcb99_0_608"/>
          <p:cNvSpPr/>
          <p:nvPr/>
        </p:nvSpPr>
        <p:spPr>
          <a:xfrm>
            <a:off x="-2898201" y="421210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8" name="Google Shape;1498;g3dabb2bcb99_0_608"/>
          <p:cNvSpPr/>
          <p:nvPr/>
        </p:nvSpPr>
        <p:spPr>
          <a:xfrm>
            <a:off x="-2898190" y="461229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9" name="Google Shape;1499;g3dabb2bcb99_0_608"/>
          <p:cNvSpPr/>
          <p:nvPr/>
        </p:nvSpPr>
        <p:spPr>
          <a:xfrm>
            <a:off x="889900" y="24454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채팅방1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00" name="Google Shape;1500;g3dabb2bcb99_0_608"/>
          <p:cNvCxnSpPr/>
          <p:nvPr/>
        </p:nvCxnSpPr>
        <p:spPr>
          <a:xfrm>
            <a:off x="2131900" y="2289500"/>
            <a:ext cx="0" cy="39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1" name="Google Shape;1501;g3dabb2bcb99_0_608"/>
          <p:cNvSpPr/>
          <p:nvPr/>
        </p:nvSpPr>
        <p:spPr>
          <a:xfrm>
            <a:off x="889900" y="31502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채팅방2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2" name="Google Shape;1502;g3dabb2bcb99_0_608"/>
          <p:cNvSpPr/>
          <p:nvPr/>
        </p:nvSpPr>
        <p:spPr>
          <a:xfrm>
            <a:off x="889900" y="3855025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채팅방3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3" name="Google Shape;1503;g3dabb2bcb99_0_608"/>
          <p:cNvSpPr/>
          <p:nvPr/>
        </p:nvSpPr>
        <p:spPr>
          <a:xfrm>
            <a:off x="889900" y="5012500"/>
            <a:ext cx="1120800" cy="52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4" name="Google Shape;1504;g3dabb2bcb99_0_608"/>
          <p:cNvSpPr txBox="1"/>
          <p:nvPr/>
        </p:nvSpPr>
        <p:spPr>
          <a:xfrm>
            <a:off x="1266100" y="4212100"/>
            <a:ext cx="6753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5" name="Google Shape;1505;g3dabb2bcb99_0_608"/>
          <p:cNvSpPr txBox="1"/>
          <p:nvPr/>
        </p:nvSpPr>
        <p:spPr>
          <a:xfrm>
            <a:off x="1820175" y="4956500"/>
            <a:ext cx="691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06" name="Google Shape;1506;g3dabb2bcb99_0_608"/>
          <p:cNvCxnSpPr/>
          <p:nvPr/>
        </p:nvCxnSpPr>
        <p:spPr>
          <a:xfrm>
            <a:off x="7358750" y="2289500"/>
            <a:ext cx="0" cy="39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7" name="Google Shape;1507;g3dabb2bcb99_0_608"/>
          <p:cNvSpPr/>
          <p:nvPr/>
        </p:nvSpPr>
        <p:spPr>
          <a:xfrm>
            <a:off x="2653038" y="5736375"/>
            <a:ext cx="45993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 입력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g3dabb2bcb99_0_608"/>
          <p:cNvSpPr/>
          <p:nvPr/>
        </p:nvSpPr>
        <p:spPr>
          <a:xfrm>
            <a:off x="2234625" y="2631560"/>
            <a:ext cx="4911300" cy="29778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9" name="Google Shape;1509;g3dabb2bcb99_0_608"/>
          <p:cNvSpPr/>
          <p:nvPr/>
        </p:nvSpPr>
        <p:spPr>
          <a:xfrm>
            <a:off x="2189325" y="5736375"/>
            <a:ext cx="3573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g3dabb2bcb99_0_608"/>
          <p:cNvSpPr/>
          <p:nvPr/>
        </p:nvSpPr>
        <p:spPr>
          <a:xfrm>
            <a:off x="2429025" y="5378805"/>
            <a:ext cx="4511400" cy="1569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1" name="Google Shape;1511;g3dabb2bcb99_0_608"/>
          <p:cNvSpPr/>
          <p:nvPr/>
        </p:nvSpPr>
        <p:spPr>
          <a:xfrm>
            <a:off x="2131900" y="2263825"/>
            <a:ext cx="905400" cy="290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g3dabb2bcb99_0_608"/>
          <p:cNvSpPr/>
          <p:nvPr/>
        </p:nvSpPr>
        <p:spPr>
          <a:xfrm>
            <a:off x="7358750" y="2445425"/>
            <a:ext cx="905400" cy="290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김철수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3" name="Google Shape;1513;g3dabb2bcb99_0_608"/>
          <p:cNvSpPr/>
          <p:nvPr/>
        </p:nvSpPr>
        <p:spPr>
          <a:xfrm>
            <a:off x="7024252" y="228950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4" name="Google Shape;1514;g3dabb2bcb99_0_608"/>
          <p:cNvSpPr/>
          <p:nvPr/>
        </p:nvSpPr>
        <p:spPr>
          <a:xfrm>
            <a:off x="7248650" y="2689700"/>
            <a:ext cx="1071900" cy="1254000"/>
          </a:xfrm>
          <a:prstGeom prst="roundRect">
            <a:avLst>
              <a:gd fmla="val 5518" name="adj"/>
            </a:avLst>
          </a:prstGeom>
          <a:solidFill>
            <a:srgbClr val="D8D8D8">
              <a:alpha val="92160"/>
            </a:srgbClr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5" name="Google Shape;1515;g3dabb2bcb99_0_608"/>
          <p:cNvSpPr/>
          <p:nvPr/>
        </p:nvSpPr>
        <p:spPr>
          <a:xfrm>
            <a:off x="2010702" y="55357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6" name="Google Shape;1516;g3dabb2bcb99_0_608"/>
          <p:cNvSpPr/>
          <p:nvPr/>
        </p:nvSpPr>
        <p:spPr>
          <a:xfrm>
            <a:off x="2406225" y="4534425"/>
            <a:ext cx="3201300" cy="1254000"/>
          </a:xfrm>
          <a:prstGeom prst="roundRect">
            <a:avLst>
              <a:gd fmla="val 5518" name="adj"/>
            </a:avLst>
          </a:prstGeom>
          <a:solidFill>
            <a:srgbClr val="D8D8D8">
              <a:alpha val="92160"/>
            </a:srgbClr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9772f76092_0_0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2" name="Google Shape;1522;g39772f76092_0_0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23" name="Google Shape;1523;g39772f76092_0_0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524" name="Google Shape;1524;g39772f76092_0_0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일반 경매 목록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g39772f76092_0_0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경매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g39772f76092_0_0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AUCTION-01 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527" name="Google Shape;1527;g39772f76092_0_0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8" name="Google Shape;1528;g39772f76092_0_0"/>
          <p:cNvSpPr txBox="1"/>
          <p:nvPr/>
        </p:nvSpPr>
        <p:spPr>
          <a:xfrm>
            <a:off x="8648699" y="0"/>
            <a:ext cx="35433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행 클릭시 해당하는 상세 페이지로 이동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경매 진행중인 경우 남은 시간을, 낙찰 완료시 ‘낙찰 완료’, 미낙찰로 경매 종료시 ‘경매 종료’ 표시된다.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내 입찰 상태를 알려준다.(입찰중(입찰가)/자동입찰중)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경매 등록 페이지로 이동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9" name="Google Shape;1529;g39772f76092_0_0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0" name="Google Shape;1530;g39772f76092_0_0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1" name="Google Shape;1531;g39772f76092_0_0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2" name="Google Shape;1532;g39772f76092_0_0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3" name="Google Shape;1533;g39772f76092_0_0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4" name="Google Shape;1534;g39772f76092_0_0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5" name="Google Shape;1535;g39772f76092_0_0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6" name="Google Shape;1536;g39772f76092_0_0"/>
          <p:cNvSpPr/>
          <p:nvPr/>
        </p:nvSpPr>
        <p:spPr>
          <a:xfrm>
            <a:off x="1350775" y="301015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7" name="Google Shape;1537;g39772f76092_0_0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목록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g39772f76092_0_0"/>
          <p:cNvSpPr/>
          <p:nvPr/>
        </p:nvSpPr>
        <p:spPr>
          <a:xfrm>
            <a:off x="1426975" y="3091178"/>
            <a:ext cx="5962800" cy="1058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9" name="Google Shape;1539;g39772f76092_0_0"/>
          <p:cNvSpPr/>
          <p:nvPr/>
        </p:nvSpPr>
        <p:spPr>
          <a:xfrm>
            <a:off x="1534450" y="3178775"/>
            <a:ext cx="1359900" cy="8835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g39772f76092_0_0"/>
          <p:cNvSpPr/>
          <p:nvPr/>
        </p:nvSpPr>
        <p:spPr>
          <a:xfrm>
            <a:off x="3076225" y="34720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g39772f76092_0_0"/>
          <p:cNvSpPr/>
          <p:nvPr/>
        </p:nvSpPr>
        <p:spPr>
          <a:xfrm>
            <a:off x="6314800" y="3167850"/>
            <a:ext cx="995700" cy="59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g39772f76092_0_0"/>
          <p:cNvSpPr/>
          <p:nvPr/>
        </p:nvSpPr>
        <p:spPr>
          <a:xfrm>
            <a:off x="3076225" y="3200375"/>
            <a:ext cx="24009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g39772f76092_0_0"/>
          <p:cNvSpPr/>
          <p:nvPr/>
        </p:nvSpPr>
        <p:spPr>
          <a:xfrm>
            <a:off x="1426900" y="4286878"/>
            <a:ext cx="5962800" cy="1058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4" name="Google Shape;1544;g39772f76092_0_0"/>
          <p:cNvSpPr/>
          <p:nvPr/>
        </p:nvSpPr>
        <p:spPr>
          <a:xfrm>
            <a:off x="1534375" y="4374475"/>
            <a:ext cx="1359900" cy="8835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g39772f76092_0_0"/>
          <p:cNvSpPr/>
          <p:nvPr/>
        </p:nvSpPr>
        <p:spPr>
          <a:xfrm>
            <a:off x="3076150" y="46677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g39772f76092_0_0"/>
          <p:cNvSpPr/>
          <p:nvPr/>
        </p:nvSpPr>
        <p:spPr>
          <a:xfrm>
            <a:off x="6314725" y="4363550"/>
            <a:ext cx="995700" cy="59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g39772f76092_0_0"/>
          <p:cNvSpPr/>
          <p:nvPr/>
        </p:nvSpPr>
        <p:spPr>
          <a:xfrm>
            <a:off x="3076150" y="4396075"/>
            <a:ext cx="24009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g39772f76092_0_0"/>
          <p:cNvSpPr/>
          <p:nvPr/>
        </p:nvSpPr>
        <p:spPr>
          <a:xfrm>
            <a:off x="6314626" y="3856175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입찰여부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g39772f76092_0_0"/>
          <p:cNvSpPr/>
          <p:nvPr/>
        </p:nvSpPr>
        <p:spPr>
          <a:xfrm>
            <a:off x="6314626" y="5051875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입찰여부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g39772f76092_0_0"/>
          <p:cNvSpPr/>
          <p:nvPr/>
        </p:nvSpPr>
        <p:spPr>
          <a:xfrm>
            <a:off x="1134241" y="310332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1" name="Google Shape;1551;g39772f76092_0_0"/>
          <p:cNvSpPr/>
          <p:nvPr/>
        </p:nvSpPr>
        <p:spPr>
          <a:xfrm>
            <a:off x="6309775" y="6007775"/>
            <a:ext cx="11562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등록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g39772f76092_0_0"/>
          <p:cNvSpPr/>
          <p:nvPr/>
        </p:nvSpPr>
        <p:spPr>
          <a:xfrm>
            <a:off x="5986527" y="595978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3" name="Google Shape;1553;g39772f76092_0_0"/>
          <p:cNvSpPr/>
          <p:nvPr/>
        </p:nvSpPr>
        <p:spPr>
          <a:xfrm>
            <a:off x="5986515" y="31053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4" name="Google Shape;1554;g39772f76092_0_0"/>
          <p:cNvSpPr/>
          <p:nvPr/>
        </p:nvSpPr>
        <p:spPr>
          <a:xfrm>
            <a:off x="5986515" y="369612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5" name="Google Shape;1555;g39772f76092_0_0"/>
          <p:cNvSpPr/>
          <p:nvPr/>
        </p:nvSpPr>
        <p:spPr>
          <a:xfrm>
            <a:off x="1350776" y="2459550"/>
            <a:ext cx="60390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g39772f76092_0_0"/>
          <p:cNvSpPr/>
          <p:nvPr/>
        </p:nvSpPr>
        <p:spPr>
          <a:xfrm>
            <a:off x="3076225" y="6027950"/>
            <a:ext cx="2400900" cy="332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g39772f76092_0_0"/>
          <p:cNvSpPr/>
          <p:nvPr/>
        </p:nvSpPr>
        <p:spPr>
          <a:xfrm>
            <a:off x="3076150" y="3743625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g39772f76092_0_0"/>
          <p:cNvSpPr/>
          <p:nvPr/>
        </p:nvSpPr>
        <p:spPr>
          <a:xfrm>
            <a:off x="3076225" y="4939325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g39772f76092_0_0"/>
          <p:cNvSpPr/>
          <p:nvPr/>
        </p:nvSpPr>
        <p:spPr>
          <a:xfrm>
            <a:off x="5918700" y="1908950"/>
            <a:ext cx="14718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입찰 목록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g39772f76092_0_0"/>
          <p:cNvSpPr/>
          <p:nvPr/>
        </p:nvSpPr>
        <p:spPr>
          <a:xfrm>
            <a:off x="4344075" y="1908950"/>
            <a:ext cx="14718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경매 목록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g39772f76092_0_0"/>
          <p:cNvSpPr/>
          <p:nvPr/>
        </p:nvSpPr>
        <p:spPr>
          <a:xfrm>
            <a:off x="4320850" y="46677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g39772f76092_0_0"/>
          <p:cNvSpPr/>
          <p:nvPr/>
        </p:nvSpPr>
        <p:spPr>
          <a:xfrm>
            <a:off x="4320850" y="34802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39772f76092_0_106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8" name="Google Shape;1568;g39772f76092_0_106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69" name="Google Shape;1569;g39772f76092_0_106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570" name="Google Shape;1570;g39772f76092_0_106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일반 경매 상세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g39772f76092_0_106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경매 &gt; 경매 상세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g39772f76092_0_106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AUCTION-02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573" name="Google Shape;1573;g39772f76092_0_106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4" name="Google Shape;1574;g39772f76092_0_106"/>
          <p:cNvSpPr txBox="1"/>
          <p:nvPr/>
        </p:nvSpPr>
        <p:spPr>
          <a:xfrm>
            <a:off x="8648699" y="0"/>
            <a:ext cx="3543300" cy="5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실시간 최고 입찰가를 보여준다(비동기)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경매 진행중인 경우 남은 시간을, 낙찰 완료시 ‘낙찰 완료’, 미낙찰로 경매 종료시 ‘경매 종료’ 표시된다.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최근 입찰 기록 5개를 보여준다(비동기)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내 입찰 상태를 알려준다.(입찰중/자동입찰중)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경매 삭제 버튼은 해당 경매 등록자에게만 보인다.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자동입찰 중인 경우 취소버튼이, 아닐경우 등록버튼이 뜨고, 등록은 모달창이 뜬다.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입찰 중인 경우 취소버튼이, 아닐경우 등록버튼이 뜨고, 등록은 모달창이 뜬다.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5" name="Google Shape;1575;g39772f76092_0_106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6" name="Google Shape;1576;g39772f76092_0_106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7" name="Google Shape;1577;g39772f76092_0_106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8" name="Google Shape;1578;g39772f76092_0_106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9" name="Google Shape;1579;g39772f76092_0_106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0" name="Google Shape;1580;g39772f76092_0_106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1" name="Google Shape;1581;g39772f76092_0_106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2" name="Google Shape;1582;g39772f76092_0_106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g39772f76092_0_106"/>
          <p:cNvSpPr/>
          <p:nvPr/>
        </p:nvSpPr>
        <p:spPr>
          <a:xfrm>
            <a:off x="1426975" y="2554625"/>
            <a:ext cx="5962800" cy="320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4" name="Google Shape;1584;g39772f76092_0_106"/>
          <p:cNvSpPr/>
          <p:nvPr/>
        </p:nvSpPr>
        <p:spPr>
          <a:xfrm>
            <a:off x="1534450" y="2693050"/>
            <a:ext cx="2753400" cy="210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g39772f76092_0_106"/>
          <p:cNvSpPr/>
          <p:nvPr/>
        </p:nvSpPr>
        <p:spPr>
          <a:xfrm>
            <a:off x="4479500" y="2731372"/>
            <a:ext cx="1156200" cy="500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g39772f76092_0_106"/>
          <p:cNvSpPr/>
          <p:nvPr/>
        </p:nvSpPr>
        <p:spPr>
          <a:xfrm>
            <a:off x="6154125" y="2693050"/>
            <a:ext cx="1156200" cy="59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g39772f76092_0_106"/>
          <p:cNvSpPr/>
          <p:nvPr/>
        </p:nvSpPr>
        <p:spPr>
          <a:xfrm>
            <a:off x="4479500" y="3370450"/>
            <a:ext cx="1156200" cy="10503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 기록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g39772f76092_0_106"/>
          <p:cNvSpPr/>
          <p:nvPr/>
        </p:nvSpPr>
        <p:spPr>
          <a:xfrm>
            <a:off x="6166475" y="3748075"/>
            <a:ext cx="1156200" cy="10503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g39772f76092_0_106"/>
          <p:cNvSpPr/>
          <p:nvPr/>
        </p:nvSpPr>
        <p:spPr>
          <a:xfrm>
            <a:off x="6154175" y="3370450"/>
            <a:ext cx="1156200" cy="3078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입찰여부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g39772f76092_0_106"/>
          <p:cNvSpPr/>
          <p:nvPr/>
        </p:nvSpPr>
        <p:spPr>
          <a:xfrm>
            <a:off x="4287852" y="260817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1" name="Google Shape;1591;g39772f76092_0_106"/>
          <p:cNvSpPr/>
          <p:nvPr/>
        </p:nvSpPr>
        <p:spPr>
          <a:xfrm>
            <a:off x="4287852" y="32316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2" name="Google Shape;1592;g39772f76092_0_106"/>
          <p:cNvSpPr/>
          <p:nvPr/>
        </p:nvSpPr>
        <p:spPr>
          <a:xfrm>
            <a:off x="5895902" y="260818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3" name="Google Shape;1593;g39772f76092_0_106"/>
          <p:cNvSpPr/>
          <p:nvPr/>
        </p:nvSpPr>
        <p:spPr>
          <a:xfrm>
            <a:off x="5895902" y="32316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4" name="Google Shape;1594;g39772f76092_0_106"/>
          <p:cNvSpPr/>
          <p:nvPr/>
        </p:nvSpPr>
        <p:spPr>
          <a:xfrm>
            <a:off x="1426975" y="5985150"/>
            <a:ext cx="10800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삭제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g39772f76092_0_106"/>
          <p:cNvSpPr/>
          <p:nvPr/>
        </p:nvSpPr>
        <p:spPr>
          <a:xfrm>
            <a:off x="1134252" y="58609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6" name="Google Shape;1596;g39772f76092_0_106"/>
          <p:cNvSpPr/>
          <p:nvPr/>
        </p:nvSpPr>
        <p:spPr>
          <a:xfrm>
            <a:off x="1534450" y="4957475"/>
            <a:ext cx="5788200" cy="7218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g39772f76092_0_106"/>
          <p:cNvSpPr/>
          <p:nvPr/>
        </p:nvSpPr>
        <p:spPr>
          <a:xfrm>
            <a:off x="5766275" y="5985150"/>
            <a:ext cx="16236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 등록/취소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g39772f76092_0_106"/>
          <p:cNvSpPr/>
          <p:nvPr/>
        </p:nvSpPr>
        <p:spPr>
          <a:xfrm>
            <a:off x="3714825" y="5985150"/>
            <a:ext cx="19458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입찰 등록/취소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g39772f76092_0_106"/>
          <p:cNvSpPr/>
          <p:nvPr/>
        </p:nvSpPr>
        <p:spPr>
          <a:xfrm>
            <a:off x="3314614" y="583831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0" name="Google Shape;1600;g39772f76092_0_106"/>
          <p:cNvSpPr/>
          <p:nvPr/>
        </p:nvSpPr>
        <p:spPr>
          <a:xfrm>
            <a:off x="7322677" y="583831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39772f76092_0_75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6" name="Google Shape;1606;g39772f76092_0_75"/>
          <p:cNvSpPr/>
          <p:nvPr/>
        </p:nvSpPr>
        <p:spPr>
          <a:xfrm>
            <a:off x="190500" y="1634052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07" name="Google Shape;1607;g39772f76092_0_75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608" name="Google Shape;1608;g39772f76092_0_75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일반 경매 등록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g39772f76092_0_75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경매 &gt; 경매 등록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g39772f76092_0_75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AUCTION-03 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611" name="Google Shape;1611;g39772f76092_0_75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2" name="Google Shape;1612;g39772f76092_0_75"/>
          <p:cNvSpPr txBox="1"/>
          <p:nvPr/>
        </p:nvSpPr>
        <p:spPr>
          <a:xfrm>
            <a:off x="8648699" y="0"/>
            <a:ext cx="3543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카테고리는 select box로 선택한다.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3" name="Google Shape;1613;g39772f76092_0_75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4" name="Google Shape;1614;g39772f76092_0_75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5" name="Google Shape;1615;g39772f76092_0_75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6" name="Google Shape;1616;g39772f76092_0_75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7" name="Google Shape;1617;g39772f76092_0_75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8" name="Google Shape;1618;g39772f76092_0_75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9" name="Google Shape;1619;g39772f76092_0_75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0" name="Google Shape;1620;g39772f76092_0_75"/>
          <p:cNvSpPr/>
          <p:nvPr/>
        </p:nvSpPr>
        <p:spPr>
          <a:xfrm>
            <a:off x="1362000" y="2693050"/>
            <a:ext cx="6115200" cy="30333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1" name="Google Shape;1621;g39772f76092_0_75"/>
          <p:cNvSpPr/>
          <p:nvPr/>
        </p:nvSpPr>
        <p:spPr>
          <a:xfrm>
            <a:off x="2934100" y="2863697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g39772f76092_0_75"/>
          <p:cNvSpPr/>
          <p:nvPr/>
        </p:nvSpPr>
        <p:spPr>
          <a:xfrm>
            <a:off x="2934100" y="3273750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상품 이름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3" name="Google Shape;1623;g39772f76092_0_75"/>
          <p:cNvSpPr/>
          <p:nvPr/>
        </p:nvSpPr>
        <p:spPr>
          <a:xfrm>
            <a:off x="2934100" y="4909538"/>
            <a:ext cx="4170600" cy="75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상품 설명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24" name="Google Shape;1624;g39772f76092_0_75"/>
          <p:cNvGrpSpPr/>
          <p:nvPr/>
        </p:nvGrpSpPr>
        <p:grpSpPr>
          <a:xfrm>
            <a:off x="5897170" y="5790807"/>
            <a:ext cx="1580040" cy="335400"/>
            <a:chOff x="5842000" y="6079400"/>
            <a:chExt cx="1580040" cy="335400"/>
          </a:xfrm>
        </p:grpSpPr>
        <p:sp>
          <p:nvSpPr>
            <p:cNvPr id="1625" name="Google Shape;1625;g39772f76092_0_75"/>
            <p:cNvSpPr/>
            <p:nvPr/>
          </p:nvSpPr>
          <p:spPr>
            <a:xfrm>
              <a:off x="5842000" y="60794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g39772f76092_0_75"/>
            <p:cNvSpPr/>
            <p:nvPr/>
          </p:nvSpPr>
          <p:spPr>
            <a:xfrm>
              <a:off x="6720940" y="607940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7" name="Google Shape;1627;g39772f76092_0_75"/>
          <p:cNvSpPr txBox="1"/>
          <p:nvPr/>
        </p:nvSpPr>
        <p:spPr>
          <a:xfrm>
            <a:off x="2239010" y="1886922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등록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g39772f76092_0_75"/>
          <p:cNvSpPr/>
          <p:nvPr/>
        </p:nvSpPr>
        <p:spPr>
          <a:xfrm>
            <a:off x="2934100" y="3683800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시작가 설정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9" name="Google Shape;1629;g39772f76092_0_75"/>
          <p:cNvSpPr/>
          <p:nvPr/>
        </p:nvSpPr>
        <p:spPr>
          <a:xfrm>
            <a:off x="2934100" y="4501712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종료 시간 선택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0" name="Google Shape;1630;g39772f76092_0_75"/>
          <p:cNvSpPr/>
          <p:nvPr/>
        </p:nvSpPr>
        <p:spPr>
          <a:xfrm>
            <a:off x="1500500" y="2863700"/>
            <a:ext cx="1359900" cy="1187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b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g39772f76092_0_75"/>
          <p:cNvSpPr/>
          <p:nvPr/>
        </p:nvSpPr>
        <p:spPr>
          <a:xfrm>
            <a:off x="2860402" y="273802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2" name="Google Shape;1632;g39772f76092_0_75"/>
          <p:cNvSpPr/>
          <p:nvPr/>
        </p:nvSpPr>
        <p:spPr>
          <a:xfrm>
            <a:off x="2934100" y="4093850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 선택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39772f76092_0_166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8" name="Google Shape;1638;g39772f76092_0_166"/>
          <p:cNvSpPr/>
          <p:nvPr/>
        </p:nvSpPr>
        <p:spPr>
          <a:xfrm>
            <a:off x="190500" y="1634052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39" name="Google Shape;1639;g39772f76092_0_166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640" name="Google Shape;1640;g39772f76092_0_166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일반 경매 입찰 등록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g39772f76092_0_166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경매 &gt; 경매 상세 &gt; 입찰 등록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g39772f76092_0_166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AUCTION-04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643" name="Google Shape;1643;g39772f76092_0_166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4" name="Google Shape;1644;g39772f76092_0_166"/>
          <p:cNvSpPr txBox="1"/>
          <p:nvPr/>
        </p:nvSpPr>
        <p:spPr>
          <a:xfrm>
            <a:off x="8648699" y="0"/>
            <a:ext cx="3543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1.빠른 등록은 현재 최고 입찰가 + 최소 단위로 등록된다.</a:t>
            </a:r>
            <a:endParaRPr b="0" i="0" sz="14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5" name="Google Shape;1645;g39772f76092_0_166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6" name="Google Shape;1646;g39772f76092_0_166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7" name="Google Shape;1647;g39772f76092_0_166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8" name="Google Shape;1648;g39772f76092_0_166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9" name="Google Shape;1649;g39772f76092_0_166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0" name="Google Shape;1650;g39772f76092_0_166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1" name="Google Shape;1651;g39772f76092_0_166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2" name="Google Shape;1652;g39772f76092_0_166"/>
          <p:cNvSpPr/>
          <p:nvPr/>
        </p:nvSpPr>
        <p:spPr>
          <a:xfrm>
            <a:off x="1362000" y="2693050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3" name="Google Shape;1653;g39772f76092_0_166"/>
          <p:cNvSpPr/>
          <p:nvPr/>
        </p:nvSpPr>
        <p:spPr>
          <a:xfrm>
            <a:off x="2334300" y="3360747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상품 이름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g39772f76092_0_166"/>
          <p:cNvSpPr/>
          <p:nvPr/>
        </p:nvSpPr>
        <p:spPr>
          <a:xfrm>
            <a:off x="2334300" y="3776600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최고 입찰가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5" name="Google Shape;1655;g39772f76092_0_166"/>
          <p:cNvSpPr/>
          <p:nvPr/>
        </p:nvSpPr>
        <p:spPr>
          <a:xfrm>
            <a:off x="2334300" y="4192445"/>
            <a:ext cx="4170600" cy="6213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입찰가 입력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56" name="Google Shape;1656;g39772f76092_0_166"/>
          <p:cNvGrpSpPr/>
          <p:nvPr/>
        </p:nvGrpSpPr>
        <p:grpSpPr>
          <a:xfrm>
            <a:off x="5745445" y="5109345"/>
            <a:ext cx="1584540" cy="335412"/>
            <a:chOff x="5690275" y="5397938"/>
            <a:chExt cx="1584540" cy="335412"/>
          </a:xfrm>
        </p:grpSpPr>
        <p:sp>
          <p:nvSpPr>
            <p:cNvPr id="1657" name="Google Shape;1657;g39772f76092_0_166"/>
            <p:cNvSpPr/>
            <p:nvPr/>
          </p:nvSpPr>
          <p:spPr>
            <a:xfrm>
              <a:off x="5690275" y="5397938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g39772f76092_0_166"/>
            <p:cNvSpPr/>
            <p:nvPr/>
          </p:nvSpPr>
          <p:spPr>
            <a:xfrm>
              <a:off x="6573715" y="539795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9" name="Google Shape;1659;g39772f76092_0_166"/>
          <p:cNvSpPr txBox="1"/>
          <p:nvPr/>
        </p:nvSpPr>
        <p:spPr>
          <a:xfrm>
            <a:off x="2272960" y="2837547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입찰 등록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g39772f76092_0_166"/>
          <p:cNvSpPr/>
          <p:nvPr/>
        </p:nvSpPr>
        <p:spPr>
          <a:xfrm>
            <a:off x="1629625" y="5109350"/>
            <a:ext cx="29991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빠른 등록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1" name="Google Shape;1661;g39772f76092_0_166"/>
          <p:cNvSpPr/>
          <p:nvPr/>
        </p:nvSpPr>
        <p:spPr>
          <a:xfrm>
            <a:off x="1465627" y="496205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39772f76092_0_227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7" name="Google Shape;1667;g39772f76092_0_227"/>
          <p:cNvSpPr/>
          <p:nvPr/>
        </p:nvSpPr>
        <p:spPr>
          <a:xfrm>
            <a:off x="190500" y="1634052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68" name="Google Shape;1668;g39772f76092_0_227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669" name="Google Shape;1669;g39772f76092_0_227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일반 경매 자동 입찰 등록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g39772f76092_0_227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경매 &gt; 경매 상세 &gt; 자동 입찰 등록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g39772f76092_0_227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AUCTION-05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672" name="Google Shape;1672;g39772f76092_0_227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3" name="Google Shape;1673;g39772f76092_0_227"/>
          <p:cNvSpPr txBox="1"/>
          <p:nvPr/>
        </p:nvSpPr>
        <p:spPr>
          <a:xfrm>
            <a:off x="8648699" y="0"/>
            <a:ext cx="3543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4" name="Google Shape;1674;g39772f76092_0_227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5" name="Google Shape;1675;g39772f76092_0_227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6" name="Google Shape;1676;g39772f76092_0_227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7" name="Google Shape;1677;g39772f76092_0_227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8" name="Google Shape;1678;g39772f76092_0_227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9" name="Google Shape;1679;g39772f76092_0_227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0" name="Google Shape;1680;g39772f76092_0_227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1" name="Google Shape;1681;g39772f76092_0_227"/>
          <p:cNvSpPr/>
          <p:nvPr/>
        </p:nvSpPr>
        <p:spPr>
          <a:xfrm>
            <a:off x="1362000" y="2693050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2" name="Google Shape;1682;g39772f76092_0_227"/>
          <p:cNvSpPr/>
          <p:nvPr/>
        </p:nvSpPr>
        <p:spPr>
          <a:xfrm>
            <a:off x="2334300" y="3428997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상품 이름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g39772f76092_0_227"/>
          <p:cNvSpPr/>
          <p:nvPr/>
        </p:nvSpPr>
        <p:spPr>
          <a:xfrm>
            <a:off x="2334300" y="3832650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최고 입찰가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4" name="Google Shape;1684;g39772f76092_0_227"/>
          <p:cNvSpPr/>
          <p:nvPr/>
        </p:nvSpPr>
        <p:spPr>
          <a:xfrm>
            <a:off x="2334300" y="4236295"/>
            <a:ext cx="4170600" cy="6213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자동 입찰가 입력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85" name="Google Shape;1685;g39772f76092_0_227"/>
          <p:cNvGrpSpPr/>
          <p:nvPr/>
        </p:nvGrpSpPr>
        <p:grpSpPr>
          <a:xfrm>
            <a:off x="5745445" y="5109345"/>
            <a:ext cx="1584540" cy="335412"/>
            <a:chOff x="5690275" y="5397938"/>
            <a:chExt cx="1584540" cy="335412"/>
          </a:xfrm>
        </p:grpSpPr>
        <p:sp>
          <p:nvSpPr>
            <p:cNvPr id="1686" name="Google Shape;1686;g39772f76092_0_227"/>
            <p:cNvSpPr/>
            <p:nvPr/>
          </p:nvSpPr>
          <p:spPr>
            <a:xfrm>
              <a:off x="5690275" y="5397938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g39772f76092_0_227"/>
            <p:cNvSpPr/>
            <p:nvPr/>
          </p:nvSpPr>
          <p:spPr>
            <a:xfrm>
              <a:off x="6573715" y="5397950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8" name="Google Shape;1688;g39772f76092_0_227"/>
          <p:cNvSpPr txBox="1"/>
          <p:nvPr/>
        </p:nvSpPr>
        <p:spPr>
          <a:xfrm>
            <a:off x="2272960" y="2837547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자동 입찰 등록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3e019b5aee4_0_50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4" name="Google Shape;1694;g3e019b5aee4_0_50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95" name="Google Shape;1695;g3e019b5aee4_0_50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696" name="Google Shape;1696;g3e019b5aee4_0_50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내 일반 경매 목록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g3e019b5aee4_0_50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경매 &gt; 내 경매 목록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g3e019b5aee4_0_50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AUCTION-06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699" name="Google Shape;1699;g3e019b5aee4_0_50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0" name="Google Shape;1700;g3e019b5aee4_0_50"/>
          <p:cNvSpPr txBox="1"/>
          <p:nvPr/>
        </p:nvSpPr>
        <p:spPr>
          <a:xfrm>
            <a:off x="8648699" y="0"/>
            <a:ext cx="35433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행 클릭시 해당하는 상세 페이지로 이동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경매 진행중인 경우 남은 시간을, 낙찰 완료시 ‘낙찰 완료’, 미낙찰로 경매 종료시 ‘경매 종료’ 표시된다.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경매 취소는 입찰자가 있을경우 패널티가 부과되며, 경매 종료 1시간 전에는 취소가 불가능 하다.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1" name="Google Shape;1701;g3e019b5aee4_0_50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2" name="Google Shape;1702;g3e019b5aee4_0_50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3" name="Google Shape;1703;g3e019b5aee4_0_50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4" name="Google Shape;1704;g3e019b5aee4_0_50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5" name="Google Shape;1705;g3e019b5aee4_0_50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6" name="Google Shape;1706;g3e019b5aee4_0_50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7" name="Google Shape;1707;g3e019b5aee4_0_50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8" name="Google Shape;1708;g3e019b5aee4_0_50"/>
          <p:cNvSpPr/>
          <p:nvPr/>
        </p:nvSpPr>
        <p:spPr>
          <a:xfrm>
            <a:off x="1350775" y="301015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9" name="Google Shape;1709;g3e019b5aee4_0_50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나의 경매 목록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g3e019b5aee4_0_50"/>
          <p:cNvSpPr/>
          <p:nvPr/>
        </p:nvSpPr>
        <p:spPr>
          <a:xfrm>
            <a:off x="1426975" y="3091178"/>
            <a:ext cx="5962800" cy="1058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1" name="Google Shape;1711;g3e019b5aee4_0_50"/>
          <p:cNvSpPr/>
          <p:nvPr/>
        </p:nvSpPr>
        <p:spPr>
          <a:xfrm>
            <a:off x="1534450" y="3178775"/>
            <a:ext cx="1359900" cy="8835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g3e019b5aee4_0_50"/>
          <p:cNvSpPr/>
          <p:nvPr/>
        </p:nvSpPr>
        <p:spPr>
          <a:xfrm>
            <a:off x="3076225" y="34720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g3e019b5aee4_0_50"/>
          <p:cNvSpPr/>
          <p:nvPr/>
        </p:nvSpPr>
        <p:spPr>
          <a:xfrm>
            <a:off x="6314800" y="3167850"/>
            <a:ext cx="995700" cy="59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g3e019b5aee4_0_50"/>
          <p:cNvSpPr/>
          <p:nvPr/>
        </p:nvSpPr>
        <p:spPr>
          <a:xfrm>
            <a:off x="3076225" y="3200375"/>
            <a:ext cx="24009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g3e019b5aee4_0_50"/>
          <p:cNvSpPr/>
          <p:nvPr/>
        </p:nvSpPr>
        <p:spPr>
          <a:xfrm>
            <a:off x="1426900" y="4286878"/>
            <a:ext cx="5962800" cy="1058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6" name="Google Shape;1716;g3e019b5aee4_0_50"/>
          <p:cNvSpPr/>
          <p:nvPr/>
        </p:nvSpPr>
        <p:spPr>
          <a:xfrm>
            <a:off x="1534375" y="4374475"/>
            <a:ext cx="1359900" cy="8835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g3e019b5aee4_0_50"/>
          <p:cNvSpPr/>
          <p:nvPr/>
        </p:nvSpPr>
        <p:spPr>
          <a:xfrm>
            <a:off x="3076150" y="46677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g3e019b5aee4_0_50"/>
          <p:cNvSpPr/>
          <p:nvPr/>
        </p:nvSpPr>
        <p:spPr>
          <a:xfrm>
            <a:off x="6314725" y="4363550"/>
            <a:ext cx="995700" cy="59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g3e019b5aee4_0_50"/>
          <p:cNvSpPr/>
          <p:nvPr/>
        </p:nvSpPr>
        <p:spPr>
          <a:xfrm>
            <a:off x="3076150" y="4396075"/>
            <a:ext cx="24009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g3e019b5aee4_0_50"/>
          <p:cNvSpPr/>
          <p:nvPr/>
        </p:nvSpPr>
        <p:spPr>
          <a:xfrm>
            <a:off x="6314626" y="3856175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취소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g3e019b5aee4_0_50"/>
          <p:cNvSpPr/>
          <p:nvPr/>
        </p:nvSpPr>
        <p:spPr>
          <a:xfrm>
            <a:off x="6314626" y="5051875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취소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g3e019b5aee4_0_50"/>
          <p:cNvSpPr/>
          <p:nvPr/>
        </p:nvSpPr>
        <p:spPr>
          <a:xfrm>
            <a:off x="1134241" y="310332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3" name="Google Shape;1723;g3e019b5aee4_0_50"/>
          <p:cNvSpPr/>
          <p:nvPr/>
        </p:nvSpPr>
        <p:spPr>
          <a:xfrm>
            <a:off x="5986515" y="31053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4" name="Google Shape;1724;g3e019b5aee4_0_50"/>
          <p:cNvSpPr/>
          <p:nvPr/>
        </p:nvSpPr>
        <p:spPr>
          <a:xfrm>
            <a:off x="5986515" y="369612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5" name="Google Shape;1725;g3e019b5aee4_0_50"/>
          <p:cNvSpPr/>
          <p:nvPr/>
        </p:nvSpPr>
        <p:spPr>
          <a:xfrm>
            <a:off x="3076225" y="6027950"/>
            <a:ext cx="2400900" cy="332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g3e019b5aee4_0_50"/>
          <p:cNvSpPr/>
          <p:nvPr/>
        </p:nvSpPr>
        <p:spPr>
          <a:xfrm>
            <a:off x="3076150" y="3743625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g3e019b5aee4_0_50"/>
          <p:cNvSpPr/>
          <p:nvPr/>
        </p:nvSpPr>
        <p:spPr>
          <a:xfrm>
            <a:off x="3076225" y="4939325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g3e019b5aee4_0_50"/>
          <p:cNvSpPr/>
          <p:nvPr/>
        </p:nvSpPr>
        <p:spPr>
          <a:xfrm>
            <a:off x="4320850" y="34720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g3e019b5aee4_0_50"/>
          <p:cNvSpPr/>
          <p:nvPr/>
        </p:nvSpPr>
        <p:spPr>
          <a:xfrm>
            <a:off x="4320850" y="46677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3e019b5aee4_0_93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5" name="Google Shape;1735;g3e019b5aee4_0_93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36" name="Google Shape;1736;g3e019b5aee4_0_93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737" name="Google Shape;1737;g3e019b5aee4_0_93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내 일반 경매 입찰 목록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g3e019b5aee4_0_93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경매 &gt; 내 입찰 목록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g3e019b5aee4_0_93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AUCTION-07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740" name="Google Shape;1740;g3e019b5aee4_0_93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1" name="Google Shape;1741;g3e019b5aee4_0_93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행 클릭시 해당하는 상세 페이지로 이동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경매 진행중인 경우 남은 시간을, 낙찰 완료시 ‘낙찰 완료’, 미낙찰로 경매 종료시 ‘경매 종료’ 표시된다.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내 입찰 상태를 알려준다.(입찰중(입찰가)/자동입찰중)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2" name="Google Shape;1742;g3e019b5aee4_0_93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3" name="Google Shape;1743;g3e019b5aee4_0_93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4" name="Google Shape;1744;g3e019b5aee4_0_93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5" name="Google Shape;1745;g3e019b5aee4_0_93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6" name="Google Shape;1746;g3e019b5aee4_0_93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7" name="Google Shape;1747;g3e019b5aee4_0_93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8" name="Google Shape;1748;g3e019b5aee4_0_93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9" name="Google Shape;1749;g3e019b5aee4_0_93"/>
          <p:cNvSpPr/>
          <p:nvPr/>
        </p:nvSpPr>
        <p:spPr>
          <a:xfrm>
            <a:off x="1350775" y="301015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0" name="Google Shape;1750;g3e019b5aee4_0_93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입찰 목록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g3e019b5aee4_0_93"/>
          <p:cNvSpPr/>
          <p:nvPr/>
        </p:nvSpPr>
        <p:spPr>
          <a:xfrm>
            <a:off x="1426975" y="3091178"/>
            <a:ext cx="5962800" cy="1058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2" name="Google Shape;1752;g3e019b5aee4_0_93"/>
          <p:cNvSpPr/>
          <p:nvPr/>
        </p:nvSpPr>
        <p:spPr>
          <a:xfrm>
            <a:off x="1534450" y="3178775"/>
            <a:ext cx="1359900" cy="8835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g3e019b5aee4_0_93"/>
          <p:cNvSpPr/>
          <p:nvPr/>
        </p:nvSpPr>
        <p:spPr>
          <a:xfrm>
            <a:off x="3076225" y="34720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g3e019b5aee4_0_93"/>
          <p:cNvSpPr/>
          <p:nvPr/>
        </p:nvSpPr>
        <p:spPr>
          <a:xfrm>
            <a:off x="6314800" y="3167850"/>
            <a:ext cx="9957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g3e019b5aee4_0_93"/>
          <p:cNvSpPr/>
          <p:nvPr/>
        </p:nvSpPr>
        <p:spPr>
          <a:xfrm>
            <a:off x="3076225" y="3200375"/>
            <a:ext cx="24009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g3e019b5aee4_0_93"/>
          <p:cNvSpPr/>
          <p:nvPr/>
        </p:nvSpPr>
        <p:spPr>
          <a:xfrm>
            <a:off x="1426900" y="4286878"/>
            <a:ext cx="5962800" cy="1058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7" name="Google Shape;1757;g3e019b5aee4_0_93"/>
          <p:cNvSpPr/>
          <p:nvPr/>
        </p:nvSpPr>
        <p:spPr>
          <a:xfrm>
            <a:off x="1534375" y="4374475"/>
            <a:ext cx="1359900" cy="8835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g3e019b5aee4_0_93"/>
          <p:cNvSpPr/>
          <p:nvPr/>
        </p:nvSpPr>
        <p:spPr>
          <a:xfrm>
            <a:off x="3076150" y="46677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g3e019b5aee4_0_93"/>
          <p:cNvSpPr/>
          <p:nvPr/>
        </p:nvSpPr>
        <p:spPr>
          <a:xfrm>
            <a:off x="6314725" y="4363550"/>
            <a:ext cx="995700" cy="400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g3e019b5aee4_0_93"/>
          <p:cNvSpPr/>
          <p:nvPr/>
        </p:nvSpPr>
        <p:spPr>
          <a:xfrm>
            <a:off x="3076150" y="4396075"/>
            <a:ext cx="24009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g3e019b5aee4_0_93"/>
          <p:cNvSpPr/>
          <p:nvPr/>
        </p:nvSpPr>
        <p:spPr>
          <a:xfrm>
            <a:off x="6314626" y="3631850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입찰여부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g3e019b5aee4_0_93"/>
          <p:cNvSpPr/>
          <p:nvPr/>
        </p:nvSpPr>
        <p:spPr>
          <a:xfrm>
            <a:off x="6314626" y="4814225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입찰여부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g3e019b5aee4_0_93"/>
          <p:cNvSpPr/>
          <p:nvPr/>
        </p:nvSpPr>
        <p:spPr>
          <a:xfrm>
            <a:off x="1134241" y="310332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4" name="Google Shape;1764;g3e019b5aee4_0_93"/>
          <p:cNvSpPr/>
          <p:nvPr/>
        </p:nvSpPr>
        <p:spPr>
          <a:xfrm>
            <a:off x="5986515" y="301013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5" name="Google Shape;1765;g3e019b5aee4_0_93"/>
          <p:cNvSpPr/>
          <p:nvPr/>
        </p:nvSpPr>
        <p:spPr>
          <a:xfrm>
            <a:off x="5986515" y="34564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6" name="Google Shape;1766;g3e019b5aee4_0_93"/>
          <p:cNvSpPr/>
          <p:nvPr/>
        </p:nvSpPr>
        <p:spPr>
          <a:xfrm>
            <a:off x="3076225" y="6027950"/>
            <a:ext cx="2400900" cy="332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g3e019b5aee4_0_93"/>
          <p:cNvSpPr/>
          <p:nvPr/>
        </p:nvSpPr>
        <p:spPr>
          <a:xfrm>
            <a:off x="3076150" y="3743625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g3e019b5aee4_0_93"/>
          <p:cNvSpPr/>
          <p:nvPr/>
        </p:nvSpPr>
        <p:spPr>
          <a:xfrm>
            <a:off x="3076225" y="4939325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g3e019b5aee4_0_93"/>
          <p:cNvSpPr/>
          <p:nvPr/>
        </p:nvSpPr>
        <p:spPr>
          <a:xfrm>
            <a:off x="6314626" y="3902778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 취소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g3e019b5aee4_0_93"/>
          <p:cNvSpPr/>
          <p:nvPr/>
        </p:nvSpPr>
        <p:spPr>
          <a:xfrm>
            <a:off x="6314801" y="5070803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 취소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g3e019b5aee4_0_93"/>
          <p:cNvSpPr/>
          <p:nvPr/>
        </p:nvSpPr>
        <p:spPr>
          <a:xfrm>
            <a:off x="4320850" y="34720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g3e019b5aee4_0_93"/>
          <p:cNvSpPr/>
          <p:nvPr/>
        </p:nvSpPr>
        <p:spPr>
          <a:xfrm>
            <a:off x="4320850" y="46677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3e019b5aee4_0_140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8" name="Google Shape;1778;g3e019b5aee4_0_140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79" name="Google Shape;1779;g3e019b5aee4_0_140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780" name="Google Shape;1780;g3e019b5aee4_0_140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라이브 경매 메인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g3e019b5aee4_0_140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라이브 경매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g3e019b5aee4_0_140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LIVEAC-01 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783" name="Google Shape;1783;g3e019b5aee4_0_140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4" name="Google Shape;1784;g3e019b5aee4_0_140"/>
          <p:cNvSpPr txBox="1"/>
          <p:nvPr/>
        </p:nvSpPr>
        <p:spPr>
          <a:xfrm>
            <a:off x="8648699" y="0"/>
            <a:ext cx="35433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실시간 최고 입찰가를 보여준다(비동기)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내 입찰 상태를 알려준다.(입찰중/자동입찰중)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빠른 입찰은 최고입찰가 + 단위로 바로 입찰한다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낙찰 카운트 다운을 보여준다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라이브 채팅으로 입찰에 참여할 수 있다.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5" name="Google Shape;1785;g3e019b5aee4_0_140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6" name="Google Shape;1786;g3e019b5aee4_0_140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7" name="Google Shape;1787;g3e019b5aee4_0_140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8" name="Google Shape;1788;g3e019b5aee4_0_140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9" name="Google Shape;1789;g3e019b5aee4_0_140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0" name="Google Shape;1790;g3e019b5aee4_0_140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1" name="Google Shape;1791;g3e019b5aee4_0_140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2" name="Google Shape;1792;g3e019b5aee4_0_140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LIVE AUCTION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g3e019b5aee4_0_140"/>
          <p:cNvSpPr/>
          <p:nvPr/>
        </p:nvSpPr>
        <p:spPr>
          <a:xfrm>
            <a:off x="1426975" y="2554625"/>
            <a:ext cx="5962800" cy="23055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4" name="Google Shape;1794;g3e019b5aee4_0_140"/>
          <p:cNvSpPr/>
          <p:nvPr/>
        </p:nvSpPr>
        <p:spPr>
          <a:xfrm>
            <a:off x="1534450" y="2693050"/>
            <a:ext cx="2753400" cy="887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g3e019b5aee4_0_140"/>
          <p:cNvSpPr/>
          <p:nvPr/>
        </p:nvSpPr>
        <p:spPr>
          <a:xfrm>
            <a:off x="4479500" y="2731372"/>
            <a:ext cx="1156200" cy="500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g3e019b5aee4_0_140"/>
          <p:cNvSpPr/>
          <p:nvPr/>
        </p:nvSpPr>
        <p:spPr>
          <a:xfrm>
            <a:off x="4440300" y="3791575"/>
            <a:ext cx="1156200" cy="59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g3e019b5aee4_0_140"/>
          <p:cNvSpPr/>
          <p:nvPr/>
        </p:nvSpPr>
        <p:spPr>
          <a:xfrm>
            <a:off x="6166475" y="2739250"/>
            <a:ext cx="1156200" cy="500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입찰여부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g3e019b5aee4_0_140"/>
          <p:cNvSpPr/>
          <p:nvPr/>
        </p:nvSpPr>
        <p:spPr>
          <a:xfrm>
            <a:off x="4287852" y="260817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9" name="Google Shape;1799;g3e019b5aee4_0_140"/>
          <p:cNvSpPr/>
          <p:nvPr/>
        </p:nvSpPr>
        <p:spPr>
          <a:xfrm>
            <a:off x="5895902" y="260818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0" name="Google Shape;1800;g3e019b5aee4_0_140"/>
          <p:cNvSpPr/>
          <p:nvPr/>
        </p:nvSpPr>
        <p:spPr>
          <a:xfrm>
            <a:off x="1525500" y="4470800"/>
            <a:ext cx="57882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g3e019b5aee4_0_140"/>
          <p:cNvSpPr/>
          <p:nvPr/>
        </p:nvSpPr>
        <p:spPr>
          <a:xfrm>
            <a:off x="5815875" y="3679125"/>
            <a:ext cx="15312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 등록/취소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g3e019b5aee4_0_140"/>
          <p:cNvSpPr/>
          <p:nvPr/>
        </p:nvSpPr>
        <p:spPr>
          <a:xfrm>
            <a:off x="1438200" y="4947775"/>
            <a:ext cx="5962800" cy="9126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3" name="Google Shape;1803;g3e019b5aee4_0_140"/>
          <p:cNvSpPr/>
          <p:nvPr/>
        </p:nvSpPr>
        <p:spPr>
          <a:xfrm>
            <a:off x="1514275" y="5084175"/>
            <a:ext cx="5788200" cy="6708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라이브 채팅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g3e019b5aee4_0_140"/>
          <p:cNvSpPr/>
          <p:nvPr/>
        </p:nvSpPr>
        <p:spPr>
          <a:xfrm>
            <a:off x="1534450" y="3629350"/>
            <a:ext cx="2753400" cy="733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g3e019b5aee4_0_140"/>
          <p:cNvSpPr/>
          <p:nvPr/>
        </p:nvSpPr>
        <p:spPr>
          <a:xfrm>
            <a:off x="3491352" y="4411443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6" name="Google Shape;1806;g3e019b5aee4_0_140"/>
          <p:cNvSpPr/>
          <p:nvPr/>
        </p:nvSpPr>
        <p:spPr>
          <a:xfrm>
            <a:off x="3491352" y="514798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7" name="Google Shape;1807;g3e019b5aee4_0_140"/>
          <p:cNvSpPr/>
          <p:nvPr/>
        </p:nvSpPr>
        <p:spPr>
          <a:xfrm>
            <a:off x="5815875" y="3283275"/>
            <a:ext cx="15312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나의 입찰가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g3e019b5aee4_0_140"/>
          <p:cNvSpPr/>
          <p:nvPr/>
        </p:nvSpPr>
        <p:spPr>
          <a:xfrm>
            <a:off x="5815875" y="4074963"/>
            <a:ext cx="15312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빠른 입찰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g3e019b5aee4_0_140"/>
          <p:cNvSpPr/>
          <p:nvPr/>
        </p:nvSpPr>
        <p:spPr>
          <a:xfrm>
            <a:off x="5695802" y="405096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0" name="Google Shape;1810;g3e019b5aee4_0_140"/>
          <p:cNvSpPr/>
          <p:nvPr/>
        </p:nvSpPr>
        <p:spPr>
          <a:xfrm>
            <a:off x="5635700" y="5985150"/>
            <a:ext cx="17913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라이브 경매 등록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g3e019b5aee4_0_140"/>
          <p:cNvSpPr/>
          <p:nvPr/>
        </p:nvSpPr>
        <p:spPr>
          <a:xfrm>
            <a:off x="5273650" y="1973050"/>
            <a:ext cx="2114100" cy="3522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나의 라이브 경매 목록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g3e019b5aee4_0_140"/>
          <p:cNvSpPr/>
          <p:nvPr/>
        </p:nvSpPr>
        <p:spPr>
          <a:xfrm>
            <a:off x="4440300" y="3533463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3e019b5aee4_0_188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8" name="Google Shape;1818;g3e019b5aee4_0_188"/>
          <p:cNvSpPr/>
          <p:nvPr/>
        </p:nvSpPr>
        <p:spPr>
          <a:xfrm>
            <a:off x="190500" y="1634052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19" name="Google Shape;1819;g3e019b5aee4_0_188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820" name="Google Shape;1820;g3e019b5aee4_0_188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라이브 경매 등록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g3e019b5aee4_0_188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라이브 경매 &gt; 라이브 경매 등록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g3e019b5aee4_0_188"/>
            <p:cNvSpPr txBox="1"/>
            <p:nvPr/>
          </p:nvSpPr>
          <p:spPr>
            <a:xfrm>
              <a:off x="190501" y="731877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LIVEAC-02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823" name="Google Shape;1823;g3e019b5aee4_0_188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4" name="Google Shape;1824;g3e019b5aee4_0_188"/>
          <p:cNvSpPr txBox="1"/>
          <p:nvPr/>
        </p:nvSpPr>
        <p:spPr>
          <a:xfrm>
            <a:off x="8648699" y="0"/>
            <a:ext cx="3543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카테고리는 select box로 선택한다.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5" name="Google Shape;1825;g3e019b5aee4_0_188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6" name="Google Shape;1826;g3e019b5aee4_0_188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7" name="Google Shape;1827;g3e019b5aee4_0_188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8" name="Google Shape;1828;g3e019b5aee4_0_188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9" name="Google Shape;1829;g3e019b5aee4_0_188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0" name="Google Shape;1830;g3e019b5aee4_0_188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1" name="Google Shape;1831;g3e019b5aee4_0_188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2" name="Google Shape;1832;g3e019b5aee4_0_188"/>
          <p:cNvSpPr/>
          <p:nvPr/>
        </p:nvSpPr>
        <p:spPr>
          <a:xfrm>
            <a:off x="1362000" y="2693050"/>
            <a:ext cx="6115200" cy="31350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3" name="Google Shape;1833;g3e019b5aee4_0_188"/>
          <p:cNvSpPr/>
          <p:nvPr/>
        </p:nvSpPr>
        <p:spPr>
          <a:xfrm>
            <a:off x="2934100" y="2863697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g3e019b5aee4_0_188"/>
          <p:cNvSpPr/>
          <p:nvPr/>
        </p:nvSpPr>
        <p:spPr>
          <a:xfrm>
            <a:off x="2934100" y="3273750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상품 이름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5" name="Google Shape;1835;g3e019b5aee4_0_188"/>
          <p:cNvSpPr/>
          <p:nvPr/>
        </p:nvSpPr>
        <p:spPr>
          <a:xfrm>
            <a:off x="2934100" y="5023000"/>
            <a:ext cx="4170600" cy="75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상품 설명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6" name="Google Shape;1836;g3e019b5aee4_0_188"/>
          <p:cNvGrpSpPr/>
          <p:nvPr/>
        </p:nvGrpSpPr>
        <p:grpSpPr>
          <a:xfrm>
            <a:off x="5897170" y="5903982"/>
            <a:ext cx="1580040" cy="335400"/>
            <a:chOff x="5842000" y="6192575"/>
            <a:chExt cx="1580040" cy="335400"/>
          </a:xfrm>
        </p:grpSpPr>
        <p:sp>
          <p:nvSpPr>
            <p:cNvPr id="1837" name="Google Shape;1837;g3e019b5aee4_0_188"/>
            <p:cNvSpPr/>
            <p:nvPr/>
          </p:nvSpPr>
          <p:spPr>
            <a:xfrm>
              <a:off x="5842000" y="6192575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g3e019b5aee4_0_188"/>
            <p:cNvSpPr/>
            <p:nvPr/>
          </p:nvSpPr>
          <p:spPr>
            <a:xfrm>
              <a:off x="6720940" y="6192575"/>
              <a:ext cx="701100" cy="335400"/>
            </a:xfrm>
            <a:prstGeom prst="roundRect">
              <a:avLst>
                <a:gd fmla="val 16667" name="adj"/>
              </a:avLst>
            </a:prstGeom>
            <a:solidFill>
              <a:srgbClr val="D0CECE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9" name="Google Shape;1839;g3e019b5aee4_0_188"/>
          <p:cNvSpPr txBox="1"/>
          <p:nvPr/>
        </p:nvSpPr>
        <p:spPr>
          <a:xfrm>
            <a:off x="2239010" y="1886922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라이브 경매 등록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g3e019b5aee4_0_188"/>
          <p:cNvSpPr/>
          <p:nvPr/>
        </p:nvSpPr>
        <p:spPr>
          <a:xfrm>
            <a:off x="2934100" y="3683800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시작가 설정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1" name="Google Shape;1841;g3e019b5aee4_0_188"/>
          <p:cNvSpPr/>
          <p:nvPr/>
        </p:nvSpPr>
        <p:spPr>
          <a:xfrm>
            <a:off x="2934100" y="4106312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 선택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2" name="Google Shape;1842;g3e019b5aee4_0_188"/>
          <p:cNvSpPr/>
          <p:nvPr/>
        </p:nvSpPr>
        <p:spPr>
          <a:xfrm>
            <a:off x="1500500" y="2863700"/>
            <a:ext cx="1359900" cy="11877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b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미리보기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g3e019b5aee4_0_188"/>
          <p:cNvSpPr/>
          <p:nvPr/>
        </p:nvSpPr>
        <p:spPr>
          <a:xfrm>
            <a:off x="2860402" y="273802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4" name="Google Shape;1844;g3e019b5aee4_0_188"/>
          <p:cNvSpPr/>
          <p:nvPr/>
        </p:nvSpPr>
        <p:spPr>
          <a:xfrm>
            <a:off x="2934100" y="4562025"/>
            <a:ext cx="4170600" cy="335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종료 시간 선택</a:t>
            </a:r>
            <a:endParaRPr b="0" i="0" sz="1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3e019b5aee4_0_226"/>
          <p:cNvSpPr/>
          <p:nvPr/>
        </p:nvSpPr>
        <p:spPr>
          <a:xfrm>
            <a:off x="8648699" y="0"/>
            <a:ext cx="3543300" cy="6858000"/>
          </a:xfrm>
          <a:prstGeom prst="rect">
            <a:avLst/>
          </a:prstGeom>
          <a:solidFill>
            <a:srgbClr val="D8D8D8">
              <a:alpha val="9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0" name="Google Shape;1850;g3e019b5aee4_0_226"/>
          <p:cNvSpPr/>
          <p:nvPr/>
        </p:nvSpPr>
        <p:spPr>
          <a:xfrm>
            <a:off x="190500" y="1615827"/>
            <a:ext cx="8458200" cy="4937400"/>
          </a:xfrm>
          <a:prstGeom prst="rect">
            <a:avLst/>
          </a:prstGeom>
          <a:noFill/>
          <a:ln cap="flat" cmpd="sng" w="381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51" name="Google Shape;1851;g3e019b5aee4_0_226"/>
          <p:cNvGrpSpPr/>
          <p:nvPr/>
        </p:nvGrpSpPr>
        <p:grpSpPr>
          <a:xfrm>
            <a:off x="190496" y="304919"/>
            <a:ext cx="8458201" cy="1254116"/>
            <a:chOff x="190500" y="304919"/>
            <a:chExt cx="8458201" cy="1254116"/>
          </a:xfrm>
        </p:grpSpPr>
        <p:sp>
          <p:nvSpPr>
            <p:cNvPr id="1852" name="Google Shape;1852;g3e019b5aee4_0_226"/>
            <p:cNvSpPr txBox="1"/>
            <p:nvPr/>
          </p:nvSpPr>
          <p:spPr>
            <a:xfrm>
              <a:off x="190501" y="304919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이름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내 라이브 경매 목록 화면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g3e019b5aee4_0_226"/>
            <p:cNvSpPr txBox="1"/>
            <p:nvPr/>
          </p:nvSpPr>
          <p:spPr>
            <a:xfrm>
              <a:off x="190500" y="1158835"/>
              <a:ext cx="845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경로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메인화면 &gt; 라이브 경매 &gt; 내 라이브 경매 목록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g3e019b5aee4_0_226"/>
            <p:cNvSpPr txBox="1"/>
            <p:nvPr/>
          </p:nvSpPr>
          <p:spPr>
            <a:xfrm>
              <a:off x="190501" y="731877"/>
              <a:ext cx="84582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화면 ID</a:t>
              </a:r>
              <a:r>
                <a:rPr b="0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: LIVEAC-03</a:t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855" name="Google Shape;1855;g3e019b5aee4_0_226"/>
          <p:cNvCxnSpPr/>
          <p:nvPr/>
        </p:nvCxnSpPr>
        <p:spPr>
          <a:xfrm rot="10800000">
            <a:off x="8648699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6" name="Google Shape;1856;g3e019b5aee4_0_226"/>
          <p:cNvSpPr txBox="1"/>
          <p:nvPr/>
        </p:nvSpPr>
        <p:spPr>
          <a:xfrm>
            <a:off x="8648699" y="0"/>
            <a:ext cx="354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행 클릭시 해당하는 상세 페이지로 이동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경매 진행중인 경우 남은 시간을, 낙찰 완료시 ‘낙찰 완료’, 미낙찰로 경매 종료시 ‘경매 종료’ 표시된다.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경매 취소는 라이브 경매 시작 1시간 전까지만 가능하다.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7" name="Google Shape;1857;g3e019b5aee4_0_226"/>
          <p:cNvSpPr/>
          <p:nvPr/>
        </p:nvSpPr>
        <p:spPr>
          <a:xfrm>
            <a:off x="-904873" y="0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8" name="Google Shape;1858;g3e019b5aee4_0_226"/>
          <p:cNvSpPr/>
          <p:nvPr/>
        </p:nvSpPr>
        <p:spPr>
          <a:xfrm>
            <a:off x="-904873" y="53860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9" name="Google Shape;1859;g3e019b5aee4_0_226"/>
          <p:cNvSpPr/>
          <p:nvPr/>
        </p:nvSpPr>
        <p:spPr>
          <a:xfrm>
            <a:off x="-904873" y="1077218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0" name="Google Shape;1860;g3e019b5aee4_0_226"/>
          <p:cNvSpPr/>
          <p:nvPr/>
        </p:nvSpPr>
        <p:spPr>
          <a:xfrm>
            <a:off x="-904873" y="1615827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1" name="Google Shape;1861;g3e019b5aee4_0_226"/>
          <p:cNvSpPr/>
          <p:nvPr/>
        </p:nvSpPr>
        <p:spPr>
          <a:xfrm>
            <a:off x="-904873" y="2154436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2" name="Google Shape;1862;g3e019b5aee4_0_226"/>
          <p:cNvSpPr/>
          <p:nvPr/>
        </p:nvSpPr>
        <p:spPr>
          <a:xfrm>
            <a:off x="-904873" y="2693045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3" name="Google Shape;1863;g3e019b5aee4_0_226"/>
          <p:cNvSpPr/>
          <p:nvPr/>
        </p:nvSpPr>
        <p:spPr>
          <a:xfrm>
            <a:off x="-904873" y="3231654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4" name="Google Shape;1864;g3e019b5aee4_0_226"/>
          <p:cNvSpPr/>
          <p:nvPr/>
        </p:nvSpPr>
        <p:spPr>
          <a:xfrm>
            <a:off x="1350775" y="3010155"/>
            <a:ext cx="6115200" cy="28194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5" name="Google Shape;1865;g3e019b5aee4_0_226"/>
          <p:cNvSpPr txBox="1"/>
          <p:nvPr/>
        </p:nvSpPr>
        <p:spPr>
          <a:xfrm>
            <a:off x="1362074" y="1883605"/>
            <a:ext cx="44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나의 라이브 경매 목록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g3e019b5aee4_0_226"/>
          <p:cNvSpPr/>
          <p:nvPr/>
        </p:nvSpPr>
        <p:spPr>
          <a:xfrm>
            <a:off x="1426975" y="3091178"/>
            <a:ext cx="5962800" cy="1058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7" name="Google Shape;1867;g3e019b5aee4_0_226"/>
          <p:cNvSpPr/>
          <p:nvPr/>
        </p:nvSpPr>
        <p:spPr>
          <a:xfrm>
            <a:off x="1534450" y="3178775"/>
            <a:ext cx="1359900" cy="8835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g3e019b5aee4_0_226"/>
          <p:cNvSpPr/>
          <p:nvPr/>
        </p:nvSpPr>
        <p:spPr>
          <a:xfrm>
            <a:off x="3076225" y="34720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g3e019b5aee4_0_226"/>
          <p:cNvSpPr/>
          <p:nvPr/>
        </p:nvSpPr>
        <p:spPr>
          <a:xfrm>
            <a:off x="6314800" y="3167850"/>
            <a:ext cx="995700" cy="59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g3e019b5aee4_0_226"/>
          <p:cNvSpPr/>
          <p:nvPr/>
        </p:nvSpPr>
        <p:spPr>
          <a:xfrm>
            <a:off x="3076225" y="3200375"/>
            <a:ext cx="24009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g3e019b5aee4_0_226"/>
          <p:cNvSpPr/>
          <p:nvPr/>
        </p:nvSpPr>
        <p:spPr>
          <a:xfrm>
            <a:off x="1426900" y="4286878"/>
            <a:ext cx="5962800" cy="1058700"/>
          </a:xfrm>
          <a:prstGeom prst="roundRect">
            <a:avLst>
              <a:gd fmla="val 5518" name="adj"/>
            </a:avLst>
          </a:prstGeom>
          <a:solidFill>
            <a:schemeClr val="l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2" name="Google Shape;1872;g3e019b5aee4_0_226"/>
          <p:cNvSpPr/>
          <p:nvPr/>
        </p:nvSpPr>
        <p:spPr>
          <a:xfrm>
            <a:off x="1534375" y="4374475"/>
            <a:ext cx="1359900" cy="8835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이미지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g3e019b5aee4_0_226"/>
          <p:cNvSpPr/>
          <p:nvPr/>
        </p:nvSpPr>
        <p:spPr>
          <a:xfrm>
            <a:off x="3076150" y="46677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입찰가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g3e019b5aee4_0_226"/>
          <p:cNvSpPr/>
          <p:nvPr/>
        </p:nvSpPr>
        <p:spPr>
          <a:xfrm>
            <a:off x="6314725" y="4363550"/>
            <a:ext cx="995700" cy="5964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카운트 다운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g3e019b5aee4_0_226"/>
          <p:cNvSpPr/>
          <p:nvPr/>
        </p:nvSpPr>
        <p:spPr>
          <a:xfrm>
            <a:off x="3076150" y="4396075"/>
            <a:ext cx="24009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g3e019b5aee4_0_226"/>
          <p:cNvSpPr/>
          <p:nvPr/>
        </p:nvSpPr>
        <p:spPr>
          <a:xfrm>
            <a:off x="6314626" y="3856175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취소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g3e019b5aee4_0_226"/>
          <p:cNvSpPr/>
          <p:nvPr/>
        </p:nvSpPr>
        <p:spPr>
          <a:xfrm>
            <a:off x="6314626" y="5051875"/>
            <a:ext cx="9957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경매 취소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g3e019b5aee4_0_226"/>
          <p:cNvSpPr/>
          <p:nvPr/>
        </p:nvSpPr>
        <p:spPr>
          <a:xfrm>
            <a:off x="1134241" y="310332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9" name="Google Shape;1879;g3e019b5aee4_0_226"/>
          <p:cNvSpPr/>
          <p:nvPr/>
        </p:nvSpPr>
        <p:spPr>
          <a:xfrm>
            <a:off x="5986515" y="3105359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0" name="Google Shape;1880;g3e019b5aee4_0_226"/>
          <p:cNvSpPr/>
          <p:nvPr/>
        </p:nvSpPr>
        <p:spPr>
          <a:xfrm>
            <a:off x="5986515" y="3696121"/>
            <a:ext cx="400200" cy="400200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1" name="Google Shape;1881;g3e019b5aee4_0_226"/>
          <p:cNvSpPr/>
          <p:nvPr/>
        </p:nvSpPr>
        <p:spPr>
          <a:xfrm>
            <a:off x="3076225" y="6027950"/>
            <a:ext cx="2400900" cy="332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g3e019b5aee4_0_226"/>
          <p:cNvSpPr/>
          <p:nvPr/>
        </p:nvSpPr>
        <p:spPr>
          <a:xfrm>
            <a:off x="3076150" y="3743625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g3e019b5aee4_0_226"/>
          <p:cNvSpPr/>
          <p:nvPr/>
        </p:nvSpPr>
        <p:spPr>
          <a:xfrm>
            <a:off x="3076225" y="4939325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 이름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g3e019b5aee4_0_226"/>
          <p:cNvSpPr/>
          <p:nvPr/>
        </p:nvSpPr>
        <p:spPr>
          <a:xfrm>
            <a:off x="4320850" y="34720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g3e019b5aee4_0_226"/>
          <p:cNvSpPr/>
          <p:nvPr/>
        </p:nvSpPr>
        <p:spPr>
          <a:xfrm>
            <a:off x="4320850" y="4667700"/>
            <a:ext cx="1156200" cy="206100"/>
          </a:xfrm>
          <a:prstGeom prst="roundRect">
            <a:avLst>
              <a:gd fmla="val 16667" name="adj"/>
            </a:avLst>
          </a:prstGeom>
          <a:solidFill>
            <a:srgbClr val="D0CECE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2026-04-19T08:46:54Z</dcterms:created>
  <dc:creator>찬희 이</dc:creator>
</cp:coreProperties>
</file>